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4" r:id="rId1"/>
  </p:sldMasterIdLst>
  <p:sldIdLst>
    <p:sldId id="256" r:id="rId2"/>
    <p:sldId id="257" r:id="rId3"/>
    <p:sldId id="258" r:id="rId4"/>
    <p:sldId id="260" r:id="rId5"/>
    <p:sldId id="261" r:id="rId6"/>
    <p:sldId id="262"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094F65-EB10-9541-60C7-9A2AE9F25378}" v="10" dt="2025-12-22T14:40:06.8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2278227E-73F0-055B-F905-9FA6BE333002}"/>
    <pc:docChg chg="addSld delSld modSld">
      <pc:chgData name="Guest User" userId="" providerId="Windows Live" clId="Web-{2278227E-73F0-055B-F905-9FA6BE333002}" dt="2025-12-19T15:56:09.947" v="525" actId="20577"/>
      <pc:docMkLst>
        <pc:docMk/>
      </pc:docMkLst>
      <pc:sldChg chg="addSp delSp modSp mod modClrScheme delDesignElem chgLayout">
        <pc:chgData name="Guest User" userId="" providerId="Windows Live" clId="Web-{2278227E-73F0-055B-F905-9FA6BE333002}" dt="2025-12-19T15:56:09.947" v="525" actId="20577"/>
        <pc:sldMkLst>
          <pc:docMk/>
          <pc:sldMk cId="1739271470" sldId="261"/>
        </pc:sldMkLst>
        <pc:spChg chg="mod ord">
          <ac:chgData name="Guest User" userId="" providerId="Windows Live" clId="Web-{2278227E-73F0-055B-F905-9FA6BE333002}" dt="2025-12-19T15:54:45.009" v="509" actId="20577"/>
          <ac:spMkLst>
            <pc:docMk/>
            <pc:sldMk cId="1739271470" sldId="261"/>
            <ac:spMk id="2" creationId="{91DCDC5C-D2AC-94AA-1B3B-0B3A288B120A}"/>
          </ac:spMkLst>
        </pc:spChg>
        <pc:spChg chg="mod ord">
          <ac:chgData name="Guest User" userId="" providerId="Windows Live" clId="Web-{2278227E-73F0-055B-F905-9FA6BE333002}" dt="2025-12-19T15:56:09.947" v="525" actId="20577"/>
          <ac:spMkLst>
            <pc:docMk/>
            <pc:sldMk cId="1739271470" sldId="261"/>
            <ac:spMk id="3" creationId="{AC6E387C-3EC7-835C-6A99-C61617D3B06B}"/>
          </ac:spMkLst>
        </pc:spChg>
        <pc:spChg chg="add">
          <ac:chgData name="Guest User" userId="" providerId="Windows Live" clId="Web-{2278227E-73F0-055B-F905-9FA6BE333002}" dt="2025-12-19T15:53:28.851" v="494"/>
          <ac:spMkLst>
            <pc:docMk/>
            <pc:sldMk cId="1739271470" sldId="261"/>
            <ac:spMk id="80" creationId="{E09CCB3F-DBCE-4964-9E34-8C5DE80EF4B5}"/>
          </ac:spMkLst>
        </pc:spChg>
        <pc:spChg chg="add">
          <ac:chgData name="Guest User" userId="" providerId="Windows Live" clId="Web-{2278227E-73F0-055B-F905-9FA6BE333002}" dt="2025-12-19T15:53:28.851" v="494"/>
          <ac:spMkLst>
            <pc:docMk/>
            <pc:sldMk cId="1739271470" sldId="261"/>
            <ac:spMk id="81" creationId="{1DFF944F-74BA-483A-82C0-64E3AAF4AE98}"/>
          </ac:spMkLst>
        </pc:spChg>
        <pc:grpChg chg="add">
          <ac:chgData name="Guest User" userId="" providerId="Windows Live" clId="Web-{2278227E-73F0-055B-F905-9FA6BE333002}" dt="2025-12-19T15:53:28.851" v="494"/>
          <ac:grpSpMkLst>
            <pc:docMk/>
            <pc:sldMk cId="1739271470" sldId="261"/>
            <ac:grpSpMk id="76" creationId="{8F1EF17D-1B70-428C-8A8A-A2C5B390E1E9}"/>
          </ac:grpSpMkLst>
        </pc:grpChg>
        <pc:grpChg chg="add">
          <ac:chgData name="Guest User" userId="" providerId="Windows Live" clId="Web-{2278227E-73F0-055B-F905-9FA6BE333002}" dt="2025-12-19T15:53:28.851" v="494"/>
          <ac:grpSpMkLst>
            <pc:docMk/>
            <pc:sldMk cId="1739271470" sldId="261"/>
            <ac:grpSpMk id="82" creationId="{A9733A91-F958-4629-801A-3F6F1E09AD64}"/>
          </ac:grpSpMkLst>
        </pc:grpChg>
        <pc:picChg chg="add mod">
          <ac:chgData name="Guest User" userId="" providerId="Windows Live" clId="Web-{2278227E-73F0-055B-F905-9FA6BE333002}" dt="2025-12-19T15:53:28.851" v="494"/>
          <ac:picMkLst>
            <pc:docMk/>
            <pc:sldMk cId="1739271470" sldId="261"/>
            <ac:picMk id="47" creationId="{ED9DE6A5-0DB0-A0AB-AD40-2EDB152EBF68}"/>
          </ac:picMkLst>
        </pc:picChg>
      </pc:sldChg>
      <pc:sldChg chg="addSp delSp">
        <pc:chgData name="Guest User" userId="" providerId="Windows Live" clId="Web-{2278227E-73F0-055B-F905-9FA6BE333002}" dt="2025-12-19T15:44:23.716" v="413"/>
        <pc:sldMkLst>
          <pc:docMk/>
          <pc:sldMk cId="1796690415" sldId="262"/>
        </pc:sldMkLst>
        <pc:graphicFrameChg chg="add">
          <ac:chgData name="Guest User" userId="" providerId="Windows Live" clId="Web-{2278227E-73F0-055B-F905-9FA6BE333002}" dt="2025-12-19T15:44:23.716" v="413"/>
          <ac:graphicFrameMkLst>
            <pc:docMk/>
            <pc:sldMk cId="1796690415" sldId="262"/>
            <ac:graphicFrameMk id="22" creationId="{2539E07A-9952-FD89-36C3-26255B824FDB}"/>
          </ac:graphicFrameMkLst>
        </pc:graphicFrameChg>
      </pc:sldChg>
      <pc:sldChg chg="addSp modSp new mod modClrScheme chgLayout">
        <pc:chgData name="Guest User" userId="" providerId="Windows Live" clId="Web-{2278227E-73F0-055B-F905-9FA6BE333002}" dt="2025-12-19T15:17:44.041" v="400" actId="20577"/>
        <pc:sldMkLst>
          <pc:docMk/>
          <pc:sldMk cId="3334765506" sldId="264"/>
        </pc:sldMkLst>
        <pc:spChg chg="mod ord">
          <ac:chgData name="Guest User" userId="" providerId="Windows Live" clId="Web-{2278227E-73F0-055B-F905-9FA6BE333002}" dt="2025-12-19T15:14:56.473" v="346" actId="20577"/>
          <ac:spMkLst>
            <pc:docMk/>
            <pc:sldMk cId="3334765506" sldId="264"/>
            <ac:spMk id="2" creationId="{27251660-48B4-9676-2A71-3C23A76750EA}"/>
          </ac:spMkLst>
        </pc:spChg>
        <pc:spChg chg="mod ord">
          <ac:chgData name="Guest User" userId="" providerId="Windows Live" clId="Web-{2278227E-73F0-055B-F905-9FA6BE333002}" dt="2025-12-19T15:15:12.614" v="347" actId="14100"/>
          <ac:spMkLst>
            <pc:docMk/>
            <pc:sldMk cId="3334765506" sldId="264"/>
            <ac:spMk id="3" creationId="{78681AE5-93C3-ADD6-1D43-8665976989D3}"/>
          </ac:spMkLst>
        </pc:spChg>
        <pc:spChg chg="add mod ord">
          <ac:chgData name="Guest User" userId="" providerId="Windows Live" clId="Web-{2278227E-73F0-055B-F905-9FA6BE333002}" dt="2025-12-19T15:17:44.041" v="400" actId="20577"/>
          <ac:spMkLst>
            <pc:docMk/>
            <pc:sldMk cId="3334765506" sldId="264"/>
            <ac:spMk id="4" creationId="{F42F42CD-B3C1-5D97-E523-B3AE1CF8850D}"/>
          </ac:spMkLst>
        </pc:spChg>
      </pc:sldChg>
      <pc:sldChg chg="addSp delSp modSp new mod setBg modClrScheme chgLayout">
        <pc:chgData name="Guest User" userId="" providerId="Windows Live" clId="Web-{2278227E-73F0-055B-F905-9FA6BE333002}" dt="2025-12-19T15:43:48.606" v="412"/>
        <pc:sldMkLst>
          <pc:docMk/>
          <pc:sldMk cId="2141310775" sldId="265"/>
        </pc:sldMkLst>
        <pc:spChg chg="mod ord">
          <ac:chgData name="Guest User" userId="" providerId="Windows Live" clId="Web-{2278227E-73F0-055B-F905-9FA6BE333002}" dt="2025-12-19T15:43:48.606" v="412"/>
          <ac:spMkLst>
            <pc:docMk/>
            <pc:sldMk cId="2141310775" sldId="265"/>
            <ac:spMk id="3" creationId="{5B243A70-A67A-F973-8B08-AB8EB2579823}"/>
          </ac:spMkLst>
        </pc:spChg>
        <pc:spChg chg="add">
          <ac:chgData name="Guest User" userId="" providerId="Windows Live" clId="Web-{2278227E-73F0-055B-F905-9FA6BE333002}" dt="2025-12-19T15:43:48.606" v="412"/>
          <ac:spMkLst>
            <pc:docMk/>
            <pc:sldMk cId="2141310775" sldId="265"/>
            <ac:spMk id="10" creationId="{9A212F8F-D812-4A16-BE82-F3500DE32174}"/>
          </ac:spMkLst>
        </pc:spChg>
        <pc:spChg chg="add">
          <ac:chgData name="Guest User" userId="" providerId="Windows Live" clId="Web-{2278227E-73F0-055B-F905-9FA6BE333002}" dt="2025-12-19T15:43:48.606" v="412"/>
          <ac:spMkLst>
            <pc:docMk/>
            <pc:sldMk cId="2141310775" sldId="265"/>
            <ac:spMk id="12" creationId="{D2CF1D1B-04ED-443D-A9FE-68BF8859BDD6}"/>
          </ac:spMkLst>
        </pc:spChg>
        <pc:picChg chg="add mod">
          <ac:chgData name="Guest User" userId="" providerId="Windows Live" clId="Web-{2278227E-73F0-055B-F905-9FA6BE333002}" dt="2025-12-19T15:43:48.606" v="412"/>
          <ac:picMkLst>
            <pc:docMk/>
            <pc:sldMk cId="2141310775" sldId="265"/>
            <ac:picMk id="5" creationId="{00FE7381-B5A1-43A6-3539-6C35CA8AAA56}"/>
          </ac:picMkLst>
        </pc:picChg>
      </pc:sldChg>
    </pc:docChg>
  </pc:docChgLst>
  <pc:docChgLst>
    <pc:chgData clId="Web-{C873FCE4-3F2B-AF16-36B1-AB2D2063DB9F}"/>
    <pc:docChg chg="modSld">
      <pc:chgData name="" userId="" providerId="" clId="Web-{C873FCE4-3F2B-AF16-36B1-AB2D2063DB9F}" dt="2025-12-20T09:14:16.462" v="0" actId="1076"/>
      <pc:docMkLst>
        <pc:docMk/>
      </pc:docMkLst>
      <pc:sldChg chg="modSp">
        <pc:chgData name="" userId="" providerId="" clId="Web-{C873FCE4-3F2B-AF16-36B1-AB2D2063DB9F}" dt="2025-12-20T09:14:16.462" v="0" actId="1076"/>
        <pc:sldMkLst>
          <pc:docMk/>
          <pc:sldMk cId="109857222" sldId="256"/>
        </pc:sldMkLst>
        <pc:spChg chg="mod">
          <ac:chgData name="" userId="" providerId="" clId="Web-{C873FCE4-3F2B-AF16-36B1-AB2D2063DB9F}" dt="2025-12-20T09:14:16.462" v="0" actId="1076"/>
          <ac:spMkLst>
            <pc:docMk/>
            <pc:sldMk cId="109857222" sldId="256"/>
            <ac:spMk id="2" creationId="{00000000-0000-0000-0000-000000000000}"/>
          </ac:spMkLst>
        </pc:spChg>
      </pc:sldChg>
    </pc:docChg>
  </pc:docChgLst>
  <pc:docChgLst>
    <pc:chgData name="AILISH AILISH" userId="573e3ae40b9a915e" providerId="Windows Live" clId="Web-{F8094F65-EB10-9541-60C7-9A2AE9F25378}"/>
    <pc:docChg chg="modSld">
      <pc:chgData name="AILISH AILISH" userId="573e3ae40b9a915e" providerId="Windows Live" clId="Web-{F8094F65-EB10-9541-60C7-9A2AE9F25378}" dt="2025-12-22T14:40:06.867" v="10" actId="20577"/>
      <pc:docMkLst>
        <pc:docMk/>
      </pc:docMkLst>
      <pc:sldChg chg="modSp">
        <pc:chgData name="AILISH AILISH" userId="573e3ae40b9a915e" providerId="Windows Live" clId="Web-{F8094F65-EB10-9541-60C7-9A2AE9F25378}" dt="2025-12-22T14:38:46.523" v="2" actId="14100"/>
        <pc:sldMkLst>
          <pc:docMk/>
          <pc:sldMk cId="109857222" sldId="256"/>
        </pc:sldMkLst>
        <pc:spChg chg="mod">
          <ac:chgData name="AILISH AILISH" userId="573e3ae40b9a915e" providerId="Windows Live" clId="Web-{F8094F65-EB10-9541-60C7-9A2AE9F25378}" dt="2025-12-22T14:38:46.523" v="2" actId="14100"/>
          <ac:spMkLst>
            <pc:docMk/>
            <pc:sldMk cId="109857222" sldId="256"/>
            <ac:spMk id="3" creationId="{00000000-0000-0000-0000-000000000000}"/>
          </ac:spMkLst>
        </pc:spChg>
      </pc:sldChg>
      <pc:sldChg chg="modSp">
        <pc:chgData name="AILISH AILISH" userId="573e3ae40b9a915e" providerId="Windows Live" clId="Web-{F8094F65-EB10-9541-60C7-9A2AE9F25378}" dt="2025-12-22T14:40:06.867" v="10" actId="20577"/>
        <pc:sldMkLst>
          <pc:docMk/>
          <pc:sldMk cId="1430676173" sldId="257"/>
        </pc:sldMkLst>
        <pc:spChg chg="mod">
          <ac:chgData name="AILISH AILISH" userId="573e3ae40b9a915e" providerId="Windows Live" clId="Web-{F8094F65-EB10-9541-60C7-9A2AE9F25378}" dt="2025-12-22T14:40:06.867" v="10" actId="20577"/>
          <ac:spMkLst>
            <pc:docMk/>
            <pc:sldMk cId="1430676173" sldId="257"/>
            <ac:spMk id="18" creationId="{59622D18-F384-1019-7114-C411AF343CA0}"/>
          </ac:spMkLst>
        </pc:spChg>
      </pc:sldChg>
    </pc:docChg>
  </pc:docChgLst>
  <pc:docChgLst>
    <pc:chgData name="AILISH AILISH" userId="573e3ae40b9a915e" providerId="Windows Live" clId="Web-{EFCAC86C-C7D6-4122-A4F0-840EF096F1CB}"/>
    <pc:docChg chg="mod addSld delSld modSld addMainMaster delMainMaster">
      <pc:chgData name="AILISH AILISH" userId="573e3ae40b9a915e" providerId="Windows Live" clId="Web-{EFCAC86C-C7D6-4122-A4F0-840EF096F1CB}" dt="2025-12-18T15:40:11.582" v="233" actId="20577"/>
      <pc:docMkLst>
        <pc:docMk/>
      </pc:docMkLst>
      <pc:sldChg chg="addSp delSp modSp mod setBg modClrScheme setClrOvrMap delDesignElem chgLayout">
        <pc:chgData name="AILISH AILISH" userId="573e3ae40b9a915e" providerId="Windows Live" clId="Web-{EFCAC86C-C7D6-4122-A4F0-840EF096F1CB}" dt="2025-12-18T15:11:59.711" v="32" actId="14100"/>
        <pc:sldMkLst>
          <pc:docMk/>
          <pc:sldMk cId="109857222" sldId="256"/>
        </pc:sldMkLst>
        <pc:spChg chg="mod ord">
          <ac:chgData name="AILISH AILISH" userId="573e3ae40b9a915e" providerId="Windows Live" clId="Web-{EFCAC86C-C7D6-4122-A4F0-840EF096F1CB}" dt="2025-12-18T15:11:59.711" v="32" actId="14100"/>
          <ac:spMkLst>
            <pc:docMk/>
            <pc:sldMk cId="109857222" sldId="256"/>
            <ac:spMk id="2" creationId="{00000000-0000-0000-0000-000000000000}"/>
          </ac:spMkLst>
        </pc:spChg>
        <pc:spChg chg="mod ord">
          <ac:chgData name="AILISH AILISH" userId="573e3ae40b9a915e" providerId="Windows Live" clId="Web-{EFCAC86C-C7D6-4122-A4F0-840EF096F1CB}" dt="2025-12-18T15:11:11.803" v="28"/>
          <ac:spMkLst>
            <pc:docMk/>
            <pc:sldMk cId="109857222" sldId="256"/>
            <ac:spMk id="3" creationId="{00000000-0000-0000-0000-000000000000}"/>
          </ac:spMkLst>
        </pc:spChg>
      </pc:sldChg>
      <pc:sldChg chg="addSp delSp modSp new mod modClrScheme chgLayout">
        <pc:chgData name="AILISH AILISH" userId="573e3ae40b9a915e" providerId="Windows Live" clId="Web-{EFCAC86C-C7D6-4122-A4F0-840EF096F1CB}" dt="2025-12-18T15:17:05.124" v="50"/>
        <pc:sldMkLst>
          <pc:docMk/>
          <pc:sldMk cId="1430676173" sldId="257"/>
        </pc:sldMkLst>
        <pc:spChg chg="add mod ord">
          <ac:chgData name="AILISH AILISH" userId="573e3ae40b9a915e" providerId="Windows Live" clId="Web-{EFCAC86C-C7D6-4122-A4F0-840EF096F1CB}" dt="2025-12-18T15:17:05.124" v="50"/>
          <ac:spMkLst>
            <pc:docMk/>
            <pc:sldMk cId="1430676173" sldId="257"/>
            <ac:spMk id="18" creationId="{59622D18-F384-1019-7114-C411AF343CA0}"/>
          </ac:spMkLst>
        </pc:spChg>
      </pc:sldChg>
      <pc:sldChg chg="addSp delSp modSp new mod setBg modClrScheme setClrOvrMap chgLayout">
        <pc:chgData name="AILISH AILISH" userId="573e3ae40b9a915e" providerId="Windows Live" clId="Web-{EFCAC86C-C7D6-4122-A4F0-840EF096F1CB}" dt="2025-12-18T15:20:50.268" v="88" actId="20577"/>
        <pc:sldMkLst>
          <pc:docMk/>
          <pc:sldMk cId="727936961" sldId="258"/>
        </pc:sldMkLst>
        <pc:spChg chg="add mod">
          <ac:chgData name="AILISH AILISH" userId="573e3ae40b9a915e" providerId="Windows Live" clId="Web-{EFCAC86C-C7D6-4122-A4F0-840EF096F1CB}" dt="2025-12-18T15:20:50.268" v="88" actId="20577"/>
          <ac:spMkLst>
            <pc:docMk/>
            <pc:sldMk cId="727936961" sldId="258"/>
            <ac:spMk id="2" creationId="{72A2BE4C-2CEF-EF93-7839-65716D4EAA37}"/>
          </ac:spMkLst>
        </pc:spChg>
        <pc:spChg chg="add mod">
          <ac:chgData name="AILISH AILISH" userId="573e3ae40b9a915e" providerId="Windows Live" clId="Web-{EFCAC86C-C7D6-4122-A4F0-840EF096F1CB}" dt="2025-12-18T15:18:29.110" v="59"/>
          <ac:spMkLst>
            <pc:docMk/>
            <pc:sldMk cId="727936961" sldId="258"/>
            <ac:spMk id="3" creationId="{E594A89D-816A-2D8E-FE4A-3E2EAFCD9148}"/>
          </ac:spMkLst>
        </pc:spChg>
        <pc:spChg chg="add">
          <ac:chgData name="AILISH AILISH" userId="573e3ae40b9a915e" providerId="Windows Live" clId="Web-{EFCAC86C-C7D6-4122-A4F0-840EF096F1CB}" dt="2025-12-18T15:18:29.110" v="59"/>
          <ac:spMkLst>
            <pc:docMk/>
            <pc:sldMk cId="727936961" sldId="258"/>
            <ac:spMk id="12" creationId="{4609862E-48F9-45AC-8D44-67A0268A7935}"/>
          </ac:spMkLst>
        </pc:spChg>
        <pc:spChg chg="add">
          <ac:chgData name="AILISH AILISH" userId="573e3ae40b9a915e" providerId="Windows Live" clId="Web-{EFCAC86C-C7D6-4122-A4F0-840EF096F1CB}" dt="2025-12-18T15:18:29.110" v="59"/>
          <ac:spMkLst>
            <pc:docMk/>
            <pc:sldMk cId="727936961" sldId="258"/>
            <ac:spMk id="13" creationId="{2D5EEA8B-2D86-4D1D-96B3-6B8290303786}"/>
          </ac:spMkLst>
        </pc:spChg>
      </pc:sldChg>
      <pc:sldChg chg="addSp modSp new mod setBg">
        <pc:chgData name="AILISH AILISH" userId="573e3ae40b9a915e" providerId="Windows Live" clId="Web-{EFCAC86C-C7D6-4122-A4F0-840EF096F1CB}" dt="2025-12-18T15:27:57.499" v="145" actId="14100"/>
        <pc:sldMkLst>
          <pc:docMk/>
          <pc:sldMk cId="3877066671" sldId="260"/>
        </pc:sldMkLst>
        <pc:spChg chg="mod">
          <ac:chgData name="AILISH AILISH" userId="573e3ae40b9a915e" providerId="Windows Live" clId="Web-{EFCAC86C-C7D6-4122-A4F0-840EF096F1CB}" dt="2025-12-18T15:26:36.808" v="131" actId="20577"/>
          <ac:spMkLst>
            <pc:docMk/>
            <pc:sldMk cId="3877066671" sldId="260"/>
            <ac:spMk id="2" creationId="{E9A8BC1D-0EB4-254A-F06C-AC26A140792A}"/>
          </ac:spMkLst>
        </pc:spChg>
        <pc:spChg chg="mod">
          <ac:chgData name="AILISH AILISH" userId="573e3ae40b9a915e" providerId="Windows Live" clId="Web-{EFCAC86C-C7D6-4122-A4F0-840EF096F1CB}" dt="2025-12-18T15:27:57.499" v="145" actId="14100"/>
          <ac:spMkLst>
            <pc:docMk/>
            <pc:sldMk cId="3877066671" sldId="260"/>
            <ac:spMk id="3" creationId="{69D56AA8-F619-89AC-18D0-9219A4D97B0B}"/>
          </ac:spMkLst>
        </pc:spChg>
        <pc:spChg chg="add">
          <ac:chgData name="AILISH AILISH" userId="573e3ae40b9a915e" providerId="Windows Live" clId="Web-{EFCAC86C-C7D6-4122-A4F0-840EF096F1CB}" dt="2025-12-18T15:23:19.793" v="97"/>
          <ac:spMkLst>
            <pc:docMk/>
            <pc:sldMk cId="3877066671" sldId="260"/>
            <ac:spMk id="18" creationId="{EB88142C-D3C4-43DC-A844-A7D9ECB0F5CD}"/>
          </ac:spMkLst>
        </pc:spChg>
        <pc:spChg chg="add">
          <ac:chgData name="AILISH AILISH" userId="573e3ae40b9a915e" providerId="Windows Live" clId="Web-{EFCAC86C-C7D6-4122-A4F0-840EF096F1CB}" dt="2025-12-18T15:23:19.793" v="97"/>
          <ac:spMkLst>
            <pc:docMk/>
            <pc:sldMk cId="3877066671" sldId="260"/>
            <ac:spMk id="20" creationId="{416DC9EF-092A-4FEF-8A40-0E509CA79855}"/>
          </ac:spMkLst>
        </pc:spChg>
        <pc:cxnChg chg="add">
          <ac:chgData name="AILISH AILISH" userId="573e3ae40b9a915e" providerId="Windows Live" clId="Web-{EFCAC86C-C7D6-4122-A4F0-840EF096F1CB}" dt="2025-12-18T15:23:19.793" v="97"/>
          <ac:cxnSpMkLst>
            <pc:docMk/>
            <pc:sldMk cId="3877066671" sldId="260"/>
            <ac:cxnSpMk id="8" creationId="{FEB90296-CFE0-401D-9CA3-32966EC4F01D}"/>
          </ac:cxnSpMkLst>
        </pc:cxnChg>
        <pc:cxnChg chg="add">
          <ac:chgData name="AILISH AILISH" userId="573e3ae40b9a915e" providerId="Windows Live" clId="Web-{EFCAC86C-C7D6-4122-A4F0-840EF096F1CB}" dt="2025-12-18T15:23:19.793" v="97"/>
          <ac:cxnSpMkLst>
            <pc:docMk/>
            <pc:sldMk cId="3877066671" sldId="260"/>
            <ac:cxnSpMk id="10" creationId="{08C9B4EE-7611-4ED9-B356-7BDD377C39B0}"/>
          </ac:cxnSpMkLst>
        </pc:cxnChg>
        <pc:cxnChg chg="add">
          <ac:chgData name="AILISH AILISH" userId="573e3ae40b9a915e" providerId="Windows Live" clId="Web-{EFCAC86C-C7D6-4122-A4F0-840EF096F1CB}" dt="2025-12-18T15:23:19.793" v="97"/>
          <ac:cxnSpMkLst>
            <pc:docMk/>
            <pc:sldMk cId="3877066671" sldId="260"/>
            <ac:cxnSpMk id="12" creationId="{4A4F266A-F2F7-47CD-8BBC-E3777E982FD2}"/>
          </ac:cxnSpMkLst>
        </pc:cxnChg>
        <pc:cxnChg chg="add">
          <ac:chgData name="AILISH AILISH" userId="573e3ae40b9a915e" providerId="Windows Live" clId="Web-{EFCAC86C-C7D6-4122-A4F0-840EF096F1CB}" dt="2025-12-18T15:23:19.793" v="97"/>
          <ac:cxnSpMkLst>
            <pc:docMk/>
            <pc:sldMk cId="3877066671" sldId="260"/>
            <ac:cxnSpMk id="14" creationId="{20D69C80-8919-4A32-B897-F2A21F940574}"/>
          </ac:cxnSpMkLst>
        </pc:cxnChg>
        <pc:cxnChg chg="add">
          <ac:chgData name="AILISH AILISH" userId="573e3ae40b9a915e" providerId="Windows Live" clId="Web-{EFCAC86C-C7D6-4122-A4F0-840EF096F1CB}" dt="2025-12-18T15:23:19.793" v="97"/>
          <ac:cxnSpMkLst>
            <pc:docMk/>
            <pc:sldMk cId="3877066671" sldId="260"/>
            <ac:cxnSpMk id="16" creationId="{F427B072-CC5B-481B-9719-8CD4C54444BE}"/>
          </ac:cxnSpMkLst>
        </pc:cxnChg>
      </pc:sldChg>
      <pc:sldChg chg="addSp delSp modSp new mod setBg">
        <pc:chgData name="AILISH AILISH" userId="573e3ae40b9a915e" providerId="Windows Live" clId="Web-{EFCAC86C-C7D6-4122-A4F0-840EF096F1CB}" dt="2025-12-18T15:35:54.885" v="195" actId="14100"/>
        <pc:sldMkLst>
          <pc:docMk/>
          <pc:sldMk cId="1739271470" sldId="261"/>
        </pc:sldMkLst>
        <pc:spChg chg="mod">
          <ac:chgData name="AILISH AILISH" userId="573e3ae40b9a915e" providerId="Windows Live" clId="Web-{EFCAC86C-C7D6-4122-A4F0-840EF096F1CB}" dt="2025-12-18T15:35:09.713" v="190" actId="14100"/>
          <ac:spMkLst>
            <pc:docMk/>
            <pc:sldMk cId="1739271470" sldId="261"/>
            <ac:spMk id="2" creationId="{91DCDC5C-D2AC-94AA-1B3B-0B3A288B120A}"/>
          </ac:spMkLst>
        </pc:spChg>
        <pc:spChg chg="mod">
          <ac:chgData name="AILISH AILISH" userId="573e3ae40b9a915e" providerId="Windows Live" clId="Web-{EFCAC86C-C7D6-4122-A4F0-840EF096F1CB}" dt="2025-12-18T15:35:54.885" v="195" actId="14100"/>
          <ac:spMkLst>
            <pc:docMk/>
            <pc:sldMk cId="1739271470" sldId="261"/>
            <ac:spMk id="3" creationId="{AC6E387C-3EC7-835C-6A99-C61617D3B06B}"/>
          </ac:spMkLst>
        </pc:spChg>
      </pc:sldChg>
      <pc:sldChg chg="addSp modSp new mod setBg">
        <pc:chgData name="AILISH AILISH" userId="573e3ae40b9a915e" providerId="Windows Live" clId="Web-{EFCAC86C-C7D6-4122-A4F0-840EF096F1CB}" dt="2025-12-18T15:40:11.582" v="233" actId="20577"/>
        <pc:sldMkLst>
          <pc:docMk/>
          <pc:sldMk cId="1796690415" sldId="262"/>
        </pc:sldMkLst>
        <pc:spChg chg="mod">
          <ac:chgData name="AILISH AILISH" userId="573e3ae40b9a915e" providerId="Windows Live" clId="Web-{EFCAC86C-C7D6-4122-A4F0-840EF096F1CB}" dt="2025-12-18T15:38:26.591" v="207"/>
          <ac:spMkLst>
            <pc:docMk/>
            <pc:sldMk cId="1796690415" sldId="262"/>
            <ac:spMk id="2" creationId="{7A5353A8-4C0F-DDED-F506-1463769F2406}"/>
          </ac:spMkLst>
        </pc:spChg>
        <pc:spChg chg="add">
          <ac:chgData name="AILISH AILISH" userId="573e3ae40b9a915e" providerId="Windows Live" clId="Web-{EFCAC86C-C7D6-4122-A4F0-840EF096F1CB}" dt="2025-12-18T15:38:26.591" v="207"/>
          <ac:spMkLst>
            <pc:docMk/>
            <pc:sldMk cId="1796690415" sldId="262"/>
            <ac:spMk id="18" creationId="{4609862E-48F9-45AC-8D44-67A0268A7935}"/>
          </ac:spMkLst>
        </pc:spChg>
        <pc:cxnChg chg="add">
          <ac:chgData name="AILISH AILISH" userId="573e3ae40b9a915e" providerId="Windows Live" clId="Web-{EFCAC86C-C7D6-4122-A4F0-840EF096F1CB}" dt="2025-12-18T15:38:26.591" v="207"/>
          <ac:cxnSpMkLst>
            <pc:docMk/>
            <pc:sldMk cId="1796690415" sldId="262"/>
            <ac:cxnSpMk id="8" creationId="{FEB90296-CFE0-401D-9CA3-32966EC4F01D}"/>
          </ac:cxnSpMkLst>
        </pc:cxnChg>
        <pc:cxnChg chg="add">
          <ac:chgData name="AILISH AILISH" userId="573e3ae40b9a915e" providerId="Windows Live" clId="Web-{EFCAC86C-C7D6-4122-A4F0-840EF096F1CB}" dt="2025-12-18T15:38:26.591" v="207"/>
          <ac:cxnSpMkLst>
            <pc:docMk/>
            <pc:sldMk cId="1796690415" sldId="262"/>
            <ac:cxnSpMk id="10" creationId="{08C9B4EE-7611-4ED9-B356-7BDD377C39B0}"/>
          </ac:cxnSpMkLst>
        </pc:cxnChg>
        <pc:cxnChg chg="add">
          <ac:chgData name="AILISH AILISH" userId="573e3ae40b9a915e" providerId="Windows Live" clId="Web-{EFCAC86C-C7D6-4122-A4F0-840EF096F1CB}" dt="2025-12-18T15:38:26.591" v="207"/>
          <ac:cxnSpMkLst>
            <pc:docMk/>
            <pc:sldMk cId="1796690415" sldId="262"/>
            <ac:cxnSpMk id="12" creationId="{4A4F266A-F2F7-47CD-8BBC-E3777E982FD2}"/>
          </ac:cxnSpMkLst>
        </pc:cxnChg>
        <pc:cxnChg chg="add">
          <ac:chgData name="AILISH AILISH" userId="573e3ae40b9a915e" providerId="Windows Live" clId="Web-{EFCAC86C-C7D6-4122-A4F0-840EF096F1CB}" dt="2025-12-18T15:38:26.591" v="207"/>
          <ac:cxnSpMkLst>
            <pc:docMk/>
            <pc:sldMk cId="1796690415" sldId="262"/>
            <ac:cxnSpMk id="14" creationId="{20D69C80-8919-4A32-B897-F2A21F940574}"/>
          </ac:cxnSpMkLst>
        </pc:cxnChg>
        <pc:cxnChg chg="add">
          <ac:chgData name="AILISH AILISH" userId="573e3ae40b9a915e" providerId="Windows Live" clId="Web-{EFCAC86C-C7D6-4122-A4F0-840EF096F1CB}" dt="2025-12-18T15:38:26.591" v="207"/>
          <ac:cxnSpMkLst>
            <pc:docMk/>
            <pc:sldMk cId="1796690415" sldId="262"/>
            <ac:cxnSpMk id="16" creationId="{F427B072-CC5B-481B-9719-8CD4C54444BE}"/>
          </ac:cxnSpMkLst>
        </pc:cxnChg>
        <pc:cxnChg chg="add">
          <ac:chgData name="AILISH AILISH" userId="573e3ae40b9a915e" providerId="Windows Live" clId="Web-{EFCAC86C-C7D6-4122-A4F0-840EF096F1CB}" dt="2025-12-18T15:38:26.591" v="207"/>
          <ac:cxnSpMkLst>
            <pc:docMk/>
            <pc:sldMk cId="1796690415" sldId="262"/>
            <ac:cxnSpMk id="20" creationId="{ABEC335A-D1CD-4687-AB54-7E9FEC72BC2D}"/>
          </ac:cxnSpMkLst>
        </pc:cxnChg>
      </pc:sldChg>
      <pc:sldMasterChg chg="add del addSldLayout delSldLayout modSldLayout">
        <pc:chgData name="AILISH AILISH" userId="573e3ae40b9a915e" providerId="Windows Live" clId="Web-{EFCAC86C-C7D6-4122-A4F0-840EF096F1CB}" dt="2025-12-18T15:11:11.803" v="28"/>
        <pc:sldMasterMkLst>
          <pc:docMk/>
          <pc:sldMasterMk cId="1381300968" sldId="2147483824"/>
        </pc:sldMasterMkLst>
        <pc:sldLayoutChg chg="add del mod replId">
          <pc:chgData name="AILISH AILISH" userId="573e3ae40b9a915e" providerId="Windows Live" clId="Web-{EFCAC86C-C7D6-4122-A4F0-840EF096F1CB}" dt="2025-12-18T15:11:11.803" v="28"/>
          <pc:sldLayoutMkLst>
            <pc:docMk/>
            <pc:sldMasterMk cId="1381300968" sldId="2147483824"/>
            <pc:sldLayoutMk cId="2009857230" sldId="2147483825"/>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619810407" sldId="2147483826"/>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3209285303" sldId="2147483827"/>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3029824711" sldId="2147483828"/>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816428789" sldId="2147483829"/>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1006802993" sldId="2147483830"/>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2219835193" sldId="2147483831"/>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668611183" sldId="2147483832"/>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2512231026" sldId="2147483833"/>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781972922" sldId="2147483834"/>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2556563912" sldId="2147483835"/>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2738148044" sldId="2147483836"/>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422487177" sldId="2147483837"/>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1590382194" sldId="2147483838"/>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2166916352" sldId="2147483839"/>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3814103914" sldId="2147483840"/>
          </pc:sldLayoutMkLst>
        </pc:sldLayoutChg>
        <pc:sldLayoutChg chg="add del mod replId">
          <pc:chgData name="AILISH AILISH" userId="573e3ae40b9a915e" providerId="Windows Live" clId="Web-{EFCAC86C-C7D6-4122-A4F0-840EF096F1CB}" dt="2025-12-18T15:11:11.803" v="28"/>
          <pc:sldLayoutMkLst>
            <pc:docMk/>
            <pc:sldMasterMk cId="1381300968" sldId="2147483824"/>
            <pc:sldLayoutMk cId="1519735723" sldId="2147483841"/>
          </pc:sldLayoutMkLst>
        </pc:sldLayoutChg>
      </pc:sldMasterChg>
    </pc:docChg>
  </pc:docChgLst>
  <pc:docChgLst>
    <pc:chgData name="Guest User" providerId="Windows Live" clId="Web-{C873FCE4-3F2B-AF16-36B1-AB2D2063DB9F}"/>
    <pc:docChg chg="modSld">
      <pc:chgData name="Guest User" userId="" providerId="Windows Live" clId="Web-{C873FCE4-3F2B-AF16-36B1-AB2D2063DB9F}" dt="2025-12-20T09:14:32.088" v="1" actId="1076"/>
      <pc:docMkLst>
        <pc:docMk/>
      </pc:docMkLst>
      <pc:sldChg chg="modSp">
        <pc:chgData name="Guest User" userId="" providerId="Windows Live" clId="Web-{C873FCE4-3F2B-AF16-36B1-AB2D2063DB9F}" dt="2025-12-20T09:14:32.088" v="1" actId="1076"/>
        <pc:sldMkLst>
          <pc:docMk/>
          <pc:sldMk cId="109857222" sldId="256"/>
        </pc:sldMkLst>
        <pc:spChg chg="mod">
          <ac:chgData name="Guest User" userId="" providerId="Windows Live" clId="Web-{C873FCE4-3F2B-AF16-36B1-AB2D2063DB9F}" dt="2025-12-20T09:14:32.088" v="1" actId="1076"/>
          <ac:spMkLst>
            <pc:docMk/>
            <pc:sldMk cId="109857222" sldId="256"/>
            <ac:spMk id="2"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A34FAD-FBCE-456D-841E-E662259A47DE}"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FA6105C7-6C0C-4064-B4DB-F5FBADE8A69C}">
      <dgm:prSet/>
      <dgm:spPr/>
      <dgm:t>
        <a:bodyPr/>
        <a:lstStyle/>
        <a:p>
          <a:pPr>
            <a:lnSpc>
              <a:spcPct val="100000"/>
            </a:lnSpc>
          </a:pPr>
          <a:r>
            <a:rPr lang="en-US" b="1"/>
            <a:t>PROJECT </a:t>
          </a:r>
          <a:endParaRPr lang="en-US"/>
        </a:p>
      </dgm:t>
    </dgm:pt>
    <dgm:pt modelId="{03CEB440-A2C1-40C1-A57C-5F7CFC79E597}" type="parTrans" cxnId="{60F92131-5BA4-4C0D-8BDF-68AEBA67C96D}">
      <dgm:prSet/>
      <dgm:spPr/>
      <dgm:t>
        <a:bodyPr/>
        <a:lstStyle/>
        <a:p>
          <a:endParaRPr lang="en-US"/>
        </a:p>
      </dgm:t>
    </dgm:pt>
    <dgm:pt modelId="{AE23F9F1-F66E-40BD-953C-C241E990244D}" type="sibTrans" cxnId="{60F92131-5BA4-4C0D-8BDF-68AEBA67C96D}">
      <dgm:prSet/>
      <dgm:spPr/>
      <dgm:t>
        <a:bodyPr/>
        <a:lstStyle/>
        <a:p>
          <a:endParaRPr lang="en-US"/>
        </a:p>
      </dgm:t>
    </dgm:pt>
    <dgm:pt modelId="{F247B2CF-D993-4389-BA09-98C860397E68}">
      <dgm:prSet/>
      <dgm:spPr/>
      <dgm:t>
        <a:bodyPr/>
        <a:lstStyle/>
        <a:p>
          <a:pPr>
            <a:lnSpc>
              <a:spcPct val="100000"/>
            </a:lnSpc>
          </a:pPr>
          <a:r>
            <a:rPr lang="en-US" b="1"/>
            <a:t>ARCHITECTURE</a:t>
          </a:r>
          <a:endParaRPr lang="en-US"/>
        </a:p>
      </dgm:t>
    </dgm:pt>
    <dgm:pt modelId="{0BC6F7B0-D688-4061-B766-60F4D1738853}" type="parTrans" cxnId="{0DBFB63B-BDA5-4A15-A6FF-296498CAFB87}">
      <dgm:prSet/>
      <dgm:spPr/>
      <dgm:t>
        <a:bodyPr/>
        <a:lstStyle/>
        <a:p>
          <a:endParaRPr lang="en-US"/>
        </a:p>
      </dgm:t>
    </dgm:pt>
    <dgm:pt modelId="{F5B49CA1-FD76-458C-AD35-6F692244E2CB}" type="sibTrans" cxnId="{0DBFB63B-BDA5-4A15-A6FF-296498CAFB87}">
      <dgm:prSet/>
      <dgm:spPr/>
      <dgm:t>
        <a:bodyPr/>
        <a:lstStyle/>
        <a:p>
          <a:endParaRPr lang="en-US"/>
        </a:p>
      </dgm:t>
    </dgm:pt>
    <dgm:pt modelId="{78B62A0B-D526-4010-8990-E0F743051230}" type="pres">
      <dgm:prSet presAssocID="{18A34FAD-FBCE-456D-841E-E662259A47DE}" presName="root" presStyleCnt="0">
        <dgm:presLayoutVars>
          <dgm:dir/>
          <dgm:resizeHandles val="exact"/>
        </dgm:presLayoutVars>
      </dgm:prSet>
      <dgm:spPr/>
    </dgm:pt>
    <dgm:pt modelId="{BF026CE5-761A-4B9F-AE58-0F64D163E519}" type="pres">
      <dgm:prSet presAssocID="{FA6105C7-6C0C-4064-B4DB-F5FBADE8A69C}" presName="compNode" presStyleCnt="0"/>
      <dgm:spPr/>
    </dgm:pt>
    <dgm:pt modelId="{CACCE9D5-F2F6-4EED-9824-5702EAC51046}" type="pres">
      <dgm:prSet presAssocID="{FA6105C7-6C0C-4064-B4DB-F5FBADE8A69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st"/>
        </a:ext>
      </dgm:extLst>
    </dgm:pt>
    <dgm:pt modelId="{B8115E06-6CEC-433F-A456-86F4E433029B}" type="pres">
      <dgm:prSet presAssocID="{FA6105C7-6C0C-4064-B4DB-F5FBADE8A69C}" presName="spaceRect" presStyleCnt="0"/>
      <dgm:spPr/>
    </dgm:pt>
    <dgm:pt modelId="{B88ED259-C96E-453B-A380-5FB453FBEC9B}" type="pres">
      <dgm:prSet presAssocID="{FA6105C7-6C0C-4064-B4DB-F5FBADE8A69C}" presName="textRect" presStyleLbl="revTx" presStyleIdx="0" presStyleCnt="2">
        <dgm:presLayoutVars>
          <dgm:chMax val="1"/>
          <dgm:chPref val="1"/>
        </dgm:presLayoutVars>
      </dgm:prSet>
      <dgm:spPr/>
    </dgm:pt>
    <dgm:pt modelId="{317707B5-71F7-4FAC-9B8C-E2A8DBDD3A37}" type="pres">
      <dgm:prSet presAssocID="{AE23F9F1-F66E-40BD-953C-C241E990244D}" presName="sibTrans" presStyleCnt="0"/>
      <dgm:spPr/>
    </dgm:pt>
    <dgm:pt modelId="{081AF466-383E-4ACD-AB83-94DFE331A42F}" type="pres">
      <dgm:prSet presAssocID="{F247B2CF-D993-4389-BA09-98C860397E68}" presName="compNode" presStyleCnt="0"/>
      <dgm:spPr/>
    </dgm:pt>
    <dgm:pt modelId="{EBD0BBFD-DDD7-4557-AFBA-EE7539CBDFB6}" type="pres">
      <dgm:prSet presAssocID="{F247B2CF-D993-4389-BA09-98C860397E6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idge scene"/>
        </a:ext>
      </dgm:extLst>
    </dgm:pt>
    <dgm:pt modelId="{A7DB4688-4159-4C2D-ACB9-4145C3D9E6A8}" type="pres">
      <dgm:prSet presAssocID="{F247B2CF-D993-4389-BA09-98C860397E68}" presName="spaceRect" presStyleCnt="0"/>
      <dgm:spPr/>
    </dgm:pt>
    <dgm:pt modelId="{F1E629E7-7E72-4477-B181-80AE24CE4731}" type="pres">
      <dgm:prSet presAssocID="{F247B2CF-D993-4389-BA09-98C860397E68}" presName="textRect" presStyleLbl="revTx" presStyleIdx="1" presStyleCnt="2">
        <dgm:presLayoutVars>
          <dgm:chMax val="1"/>
          <dgm:chPref val="1"/>
        </dgm:presLayoutVars>
      </dgm:prSet>
      <dgm:spPr/>
    </dgm:pt>
  </dgm:ptLst>
  <dgm:cxnLst>
    <dgm:cxn modelId="{60F92131-5BA4-4C0D-8BDF-68AEBA67C96D}" srcId="{18A34FAD-FBCE-456D-841E-E662259A47DE}" destId="{FA6105C7-6C0C-4064-B4DB-F5FBADE8A69C}" srcOrd="0" destOrd="0" parTransId="{03CEB440-A2C1-40C1-A57C-5F7CFC79E597}" sibTransId="{AE23F9F1-F66E-40BD-953C-C241E990244D}"/>
    <dgm:cxn modelId="{0DBFB63B-BDA5-4A15-A6FF-296498CAFB87}" srcId="{18A34FAD-FBCE-456D-841E-E662259A47DE}" destId="{F247B2CF-D993-4389-BA09-98C860397E68}" srcOrd="1" destOrd="0" parTransId="{0BC6F7B0-D688-4061-B766-60F4D1738853}" sibTransId="{F5B49CA1-FD76-458C-AD35-6F692244E2CB}"/>
    <dgm:cxn modelId="{F7E0D84B-00B0-43AE-A11B-C7C5E1382690}" type="presOf" srcId="{F247B2CF-D993-4389-BA09-98C860397E68}" destId="{F1E629E7-7E72-4477-B181-80AE24CE4731}" srcOrd="0" destOrd="0" presId="urn:microsoft.com/office/officeart/2018/2/layout/IconLabelList"/>
    <dgm:cxn modelId="{7CAB1050-7DA8-4375-A02E-1D658FAE74C2}" type="presOf" srcId="{FA6105C7-6C0C-4064-B4DB-F5FBADE8A69C}" destId="{B88ED259-C96E-453B-A380-5FB453FBEC9B}" srcOrd="0" destOrd="0" presId="urn:microsoft.com/office/officeart/2018/2/layout/IconLabelList"/>
    <dgm:cxn modelId="{F01F40D6-B884-4766-BC7C-093A93431377}" type="presOf" srcId="{18A34FAD-FBCE-456D-841E-E662259A47DE}" destId="{78B62A0B-D526-4010-8990-E0F743051230}" srcOrd="0" destOrd="0" presId="urn:microsoft.com/office/officeart/2018/2/layout/IconLabelList"/>
    <dgm:cxn modelId="{8363B724-092B-40A3-967B-503BFFB52963}" type="presParOf" srcId="{78B62A0B-D526-4010-8990-E0F743051230}" destId="{BF026CE5-761A-4B9F-AE58-0F64D163E519}" srcOrd="0" destOrd="0" presId="urn:microsoft.com/office/officeart/2018/2/layout/IconLabelList"/>
    <dgm:cxn modelId="{1F18FC41-11A1-4561-A243-D48EE309D4E0}" type="presParOf" srcId="{BF026CE5-761A-4B9F-AE58-0F64D163E519}" destId="{CACCE9D5-F2F6-4EED-9824-5702EAC51046}" srcOrd="0" destOrd="0" presId="urn:microsoft.com/office/officeart/2018/2/layout/IconLabelList"/>
    <dgm:cxn modelId="{1BAC32FA-DDD0-44CE-84DC-65FDBFCDAF92}" type="presParOf" srcId="{BF026CE5-761A-4B9F-AE58-0F64D163E519}" destId="{B8115E06-6CEC-433F-A456-86F4E433029B}" srcOrd="1" destOrd="0" presId="urn:microsoft.com/office/officeart/2018/2/layout/IconLabelList"/>
    <dgm:cxn modelId="{0BFDA908-F67A-4C73-9447-3E0A289BB38E}" type="presParOf" srcId="{BF026CE5-761A-4B9F-AE58-0F64D163E519}" destId="{B88ED259-C96E-453B-A380-5FB453FBEC9B}" srcOrd="2" destOrd="0" presId="urn:microsoft.com/office/officeart/2018/2/layout/IconLabelList"/>
    <dgm:cxn modelId="{24E54D1A-A406-493A-B243-AD01C897C56C}" type="presParOf" srcId="{78B62A0B-D526-4010-8990-E0F743051230}" destId="{317707B5-71F7-4FAC-9B8C-E2A8DBDD3A37}" srcOrd="1" destOrd="0" presId="urn:microsoft.com/office/officeart/2018/2/layout/IconLabelList"/>
    <dgm:cxn modelId="{D2944737-F58E-41FA-ADB5-C9893486C94A}" type="presParOf" srcId="{78B62A0B-D526-4010-8990-E0F743051230}" destId="{081AF466-383E-4ACD-AB83-94DFE331A42F}" srcOrd="2" destOrd="0" presId="urn:microsoft.com/office/officeart/2018/2/layout/IconLabelList"/>
    <dgm:cxn modelId="{10137568-CE89-459D-AD3A-16294347F230}" type="presParOf" srcId="{081AF466-383E-4ACD-AB83-94DFE331A42F}" destId="{EBD0BBFD-DDD7-4557-AFBA-EE7539CBDFB6}" srcOrd="0" destOrd="0" presId="urn:microsoft.com/office/officeart/2018/2/layout/IconLabelList"/>
    <dgm:cxn modelId="{F2B74DAF-FA2D-423B-A98F-B181643AFC2F}" type="presParOf" srcId="{081AF466-383E-4ACD-AB83-94DFE331A42F}" destId="{A7DB4688-4159-4C2D-ACB9-4145C3D9E6A8}" srcOrd="1" destOrd="0" presId="urn:microsoft.com/office/officeart/2018/2/layout/IconLabelList"/>
    <dgm:cxn modelId="{D278CC2A-4999-4537-9EBC-D317DD521889}" type="presParOf" srcId="{081AF466-383E-4ACD-AB83-94DFE331A42F}" destId="{F1E629E7-7E72-4477-B181-80AE24CE473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CCE9D5-F2F6-4EED-9824-5702EAC51046}">
      <dsp:nvSpPr>
        <dsp:cNvPr id="0" name=""/>
        <dsp:cNvSpPr/>
      </dsp:nvSpPr>
      <dsp:spPr>
        <a:xfrm>
          <a:off x="1392643" y="214931"/>
          <a:ext cx="951750" cy="9517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8ED259-C96E-453B-A380-5FB453FBEC9B}">
      <dsp:nvSpPr>
        <dsp:cNvPr id="0" name=""/>
        <dsp:cNvSpPr/>
      </dsp:nvSpPr>
      <dsp:spPr>
        <a:xfrm>
          <a:off x="811018" y="1461962"/>
          <a:ext cx="211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b="1" kern="1200"/>
            <a:t>PROJECT </a:t>
          </a:r>
          <a:endParaRPr lang="en-US" sz="2300" kern="1200"/>
        </a:p>
      </dsp:txBody>
      <dsp:txXfrm>
        <a:off x="811018" y="1461962"/>
        <a:ext cx="2115000" cy="720000"/>
      </dsp:txXfrm>
    </dsp:sp>
    <dsp:sp modelId="{EBD0BBFD-DDD7-4557-AFBA-EE7539CBDFB6}">
      <dsp:nvSpPr>
        <dsp:cNvPr id="0" name=""/>
        <dsp:cNvSpPr/>
      </dsp:nvSpPr>
      <dsp:spPr>
        <a:xfrm>
          <a:off x="1392643" y="2710712"/>
          <a:ext cx="951750" cy="9517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E629E7-7E72-4477-B181-80AE24CE4731}">
      <dsp:nvSpPr>
        <dsp:cNvPr id="0" name=""/>
        <dsp:cNvSpPr/>
      </dsp:nvSpPr>
      <dsp:spPr>
        <a:xfrm>
          <a:off x="811018" y="3957743"/>
          <a:ext cx="211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b="1" kern="1200"/>
            <a:t>ARCHITECTURE</a:t>
          </a:r>
          <a:endParaRPr lang="en-US" sz="2300" kern="1200"/>
        </a:p>
      </dsp:txBody>
      <dsp:txXfrm>
        <a:off x="811018" y="3957743"/>
        <a:ext cx="2115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dirty="0"/>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9857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981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dirty="0"/>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0928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29824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16428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6802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19835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dirty="0"/>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68611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dirty="0"/>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12231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81972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56563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38148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dirty="0"/>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2487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590382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66916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4103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1973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12/22/2025</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81300968"/>
      </p:ext>
    </p:extLst>
  </p:cSld>
  <p:clrMap bg1="dk1" tx1="lt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838" y="2875"/>
            <a:ext cx="11461568" cy="4859617"/>
          </a:xfrm>
        </p:spPr>
        <p:txBody>
          <a:bodyPr>
            <a:noAutofit/>
          </a:bodyPr>
          <a:lstStyle/>
          <a:p>
            <a:r>
              <a:rPr lang="en-US" sz="6000" b="1" dirty="0">
                <a:latin typeface="Book Antiqua"/>
                <a:ea typeface="+mj-lt"/>
                <a:cs typeface="+mj-lt"/>
              </a:rPr>
              <a:t>AI-Based Financial Fraud Detection Using Machine Learning</a:t>
            </a:r>
            <a:endParaRPr lang="en-US" sz="6000" b="1" dirty="0" err="1">
              <a:latin typeface="Book Antiqua"/>
            </a:endParaRPr>
          </a:p>
        </p:txBody>
      </p:sp>
      <p:sp>
        <p:nvSpPr>
          <p:cNvPr id="3" name="Subtitle 2"/>
          <p:cNvSpPr>
            <a:spLocks noGrp="1"/>
          </p:cNvSpPr>
          <p:nvPr>
            <p:ph type="subTitle" idx="1"/>
          </p:nvPr>
        </p:nvSpPr>
        <p:spPr>
          <a:xfrm>
            <a:off x="731838" y="5754455"/>
            <a:ext cx="9765041" cy="87895"/>
          </a:xfrm>
        </p:spPr>
        <p:txBody>
          <a:bodyPr>
            <a:normAutofit fontScale="25000" lnSpcReduction="20000"/>
          </a:bodyPr>
          <a:lstStyle/>
          <a:p>
            <a:endParaRPr lang="en-US">
              <a:solidFill>
                <a:schemeClr val="tx2">
                  <a:lumMod val="90000"/>
                </a:schemeClr>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59622D18-F384-1019-7114-C411AF343CA0}"/>
              </a:ext>
            </a:extLst>
          </p:cNvPr>
          <p:cNvSpPr>
            <a:spLocks noGrp="1"/>
          </p:cNvSpPr>
          <p:nvPr>
            <p:ph idx="4294967295"/>
          </p:nvPr>
        </p:nvSpPr>
        <p:spPr>
          <a:xfrm>
            <a:off x="0" y="-4313"/>
            <a:ext cx="11453003" cy="5713832"/>
          </a:xfrm>
        </p:spPr>
        <p:txBody>
          <a:bodyPr>
            <a:normAutofit/>
          </a:bodyPr>
          <a:lstStyle/>
          <a:p>
            <a:r>
              <a:rPr lang="en-US" sz="4400" b="1" dirty="0">
                <a:latin typeface="HGPMinchoE"/>
                <a:ea typeface="HGPMinchoE"/>
              </a:rPr>
              <a:t>Key challenges:</a:t>
            </a:r>
          </a:p>
          <a:p>
            <a:pPr>
              <a:buClr>
                <a:srgbClr val="FFFFFF"/>
              </a:buClr>
            </a:pPr>
            <a:endParaRPr lang="en-US" sz="4400" b="1" dirty="0">
              <a:latin typeface="HGPMinchoE"/>
              <a:ea typeface="HGPMinchoE"/>
              <a:cs typeface="+mn-lt"/>
            </a:endParaRPr>
          </a:p>
          <a:p>
            <a:pPr>
              <a:buClr>
                <a:srgbClr val="FFFFFF"/>
              </a:buClr>
            </a:pPr>
            <a:r>
              <a:rPr lang="en-US" sz="3200" dirty="0">
                <a:latin typeface="Book Antiqua"/>
                <a:ea typeface="+mn-lt"/>
                <a:cs typeface="+mn-lt"/>
              </a:rPr>
              <a:t>Fraud cases are </a:t>
            </a:r>
            <a:r>
              <a:rPr lang="en-US" sz="3200" b="1" dirty="0">
                <a:latin typeface="Book Antiqua"/>
                <a:ea typeface="+mn-lt"/>
                <a:cs typeface="+mn-lt"/>
              </a:rPr>
              <a:t>rare</a:t>
            </a:r>
            <a:r>
              <a:rPr lang="en-US" sz="3200" dirty="0">
                <a:latin typeface="Book Antiqua"/>
                <a:ea typeface="+mn-lt"/>
                <a:cs typeface="+mn-lt"/>
              </a:rPr>
              <a:t> </a:t>
            </a:r>
            <a:endParaRPr lang="en-US" sz="3200">
              <a:latin typeface="Book Antiqua"/>
            </a:endParaRPr>
          </a:p>
          <a:p>
            <a:pPr>
              <a:buClr>
                <a:srgbClr val="FFFFFF"/>
              </a:buClr>
            </a:pPr>
            <a:r>
              <a:rPr lang="en-US" sz="3200" dirty="0">
                <a:latin typeface="Book Antiqua"/>
                <a:ea typeface="+mn-lt"/>
                <a:cs typeface="+mn-lt"/>
              </a:rPr>
              <a:t>Fraud patterns </a:t>
            </a:r>
            <a:r>
              <a:rPr lang="en-US" sz="3200" b="1" dirty="0">
                <a:latin typeface="Book Antiqua"/>
                <a:ea typeface="+mn-lt"/>
                <a:cs typeface="+mn-lt"/>
              </a:rPr>
              <a:t>change over time</a:t>
            </a:r>
            <a:endParaRPr lang="en-US" sz="3200">
              <a:latin typeface="Book Antiqua"/>
            </a:endParaRPr>
          </a:p>
          <a:p>
            <a:pPr>
              <a:buClr>
                <a:srgbClr val="FFFFFF"/>
              </a:buClr>
            </a:pPr>
            <a:r>
              <a:rPr lang="en-US" sz="3200" dirty="0">
                <a:latin typeface="Book Antiqua"/>
                <a:ea typeface="+mn-lt"/>
                <a:cs typeface="+mn-lt"/>
              </a:rPr>
              <a:t>Transactions happen in </a:t>
            </a:r>
            <a:r>
              <a:rPr lang="en-US" sz="3200" b="1" dirty="0">
                <a:latin typeface="Book Antiqua"/>
                <a:ea typeface="+mn-lt"/>
                <a:cs typeface="+mn-lt"/>
              </a:rPr>
              <a:t>real-time</a:t>
            </a:r>
            <a:endParaRPr lang="en-US" sz="3200">
              <a:latin typeface="Book Antiqua"/>
            </a:endParaRPr>
          </a:p>
          <a:p>
            <a:pPr>
              <a:buClr>
                <a:srgbClr val="FFFFFF"/>
              </a:buClr>
            </a:pPr>
            <a:endParaRPr lang="en-US" dirty="0"/>
          </a:p>
        </p:txBody>
      </p:sp>
    </p:spTree>
    <p:extLst>
      <p:ext uri="{BB962C8B-B14F-4D97-AF65-F5344CB8AC3E}">
        <p14:creationId xmlns:p14="http://schemas.microsoft.com/office/powerpoint/2010/main" val="1430676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5" y="2"/>
            <a:ext cx="12192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13" name="Snip Diagonal Corner Rectangle 6">
            <a:extLst>
              <a:ext uri="{FF2B5EF4-FFF2-40B4-BE49-F238E27FC236}">
                <a16:creationId xmlns:a16="http://schemas.microsoft.com/office/drawing/2014/main" id="{2D5EEA8B-2D86-4D1D-96B3-6B8290303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5" y="2"/>
            <a:ext cx="12191075"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2A2BE4C-2CEF-EF93-7839-65716D4EAA37}"/>
              </a:ext>
            </a:extLst>
          </p:cNvPr>
          <p:cNvSpPr>
            <a:spLocks noGrp="1"/>
          </p:cNvSpPr>
          <p:nvPr>
            <p:ph type="ctrTitle"/>
          </p:nvPr>
        </p:nvSpPr>
        <p:spPr>
          <a:xfrm>
            <a:off x="180401" y="685799"/>
            <a:ext cx="11753488" cy="4150744"/>
          </a:xfrm>
        </p:spPr>
        <p:txBody>
          <a:bodyPr>
            <a:normAutofit fontScale="90000"/>
          </a:bodyPr>
          <a:lstStyle/>
          <a:p>
            <a:pPr>
              <a:lnSpc>
                <a:spcPct val="90000"/>
              </a:lnSpc>
            </a:pPr>
            <a:r>
              <a:rPr lang="en-US" sz="3600" b="1" dirty="0">
                <a:latin typeface="Franklin Gothic Demi Cond"/>
                <a:ea typeface="+mj-lt"/>
                <a:cs typeface="+mj-lt"/>
              </a:rPr>
              <a:t>Abstract:</a:t>
            </a:r>
            <a:br>
              <a:rPr lang="en-US" sz="3600" b="1" dirty="0">
                <a:latin typeface="Franklin Gothic Demi Cond"/>
                <a:ea typeface="+mj-lt"/>
                <a:cs typeface="+mj-lt"/>
              </a:rPr>
            </a:br>
            <a:br>
              <a:rPr lang="en-US" sz="3600" b="1" dirty="0">
                <a:latin typeface="Franklin Gothic Demi Cond"/>
                <a:ea typeface="+mj-lt"/>
                <a:cs typeface="+mj-lt"/>
              </a:rPr>
            </a:br>
            <a:r>
              <a:rPr lang="en-US" sz="2800" b="1" dirty="0">
                <a:latin typeface="Sagona Book"/>
                <a:ea typeface="+mj-lt"/>
                <a:cs typeface="+mj-lt"/>
              </a:rPr>
              <a:t>Financial fraud has become a major concern in digital transactions. This project presents an AI-based fraud detection system using machine learning techniques to identify unusual patterns in financial transactions. The proposed system analyzes large volumes of data and detects fraudulent activities more efficiently than traditional rule-based systems.</a:t>
            </a:r>
            <a:endParaRPr lang="en-US" sz="2800" b="1">
              <a:latin typeface="Sagona Book"/>
              <a:ea typeface="HGPMinchoE"/>
            </a:endParaRPr>
          </a:p>
        </p:txBody>
      </p:sp>
      <p:sp>
        <p:nvSpPr>
          <p:cNvPr id="3" name="Subtitle 2">
            <a:extLst>
              <a:ext uri="{FF2B5EF4-FFF2-40B4-BE49-F238E27FC236}">
                <a16:creationId xmlns:a16="http://schemas.microsoft.com/office/drawing/2014/main" id="{E594A89D-816A-2D8E-FE4A-3E2EAFCD9148}"/>
              </a:ext>
            </a:extLst>
          </p:cNvPr>
          <p:cNvSpPr>
            <a:spLocks noGrp="1"/>
          </p:cNvSpPr>
          <p:nvPr>
            <p:ph type="subTitle" idx="1"/>
          </p:nvPr>
        </p:nvSpPr>
        <p:spPr>
          <a:xfrm>
            <a:off x="1675645" y="3843867"/>
            <a:ext cx="6400800" cy="1947333"/>
          </a:xfrm>
        </p:spPr>
        <p:txBody>
          <a:bodyPr>
            <a:normAutofit/>
          </a:bodyPr>
          <a:lstStyle/>
          <a:p>
            <a:endParaRPr lang="en-US"/>
          </a:p>
        </p:txBody>
      </p:sp>
    </p:spTree>
    <p:extLst>
      <p:ext uri="{BB962C8B-B14F-4D97-AF65-F5344CB8AC3E}">
        <p14:creationId xmlns:p14="http://schemas.microsoft.com/office/powerpoint/2010/main" val="727936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EB88142C-D3C4-43DC-A844-A7D9ECB0F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A8BC1D-0EB4-254A-F06C-AC26A140792A}"/>
              </a:ext>
            </a:extLst>
          </p:cNvPr>
          <p:cNvSpPr>
            <a:spLocks noGrp="1"/>
          </p:cNvSpPr>
          <p:nvPr>
            <p:ph type="title"/>
          </p:nvPr>
        </p:nvSpPr>
        <p:spPr>
          <a:xfrm>
            <a:off x="482930" y="685799"/>
            <a:ext cx="4781147" cy="5697808"/>
          </a:xfrm>
        </p:spPr>
        <p:txBody>
          <a:bodyPr vert="horz" lIns="91440" tIns="45720" rIns="91440" bIns="45720" rtlCol="0" anchor="ctr">
            <a:normAutofit/>
          </a:bodyPr>
          <a:lstStyle/>
          <a:p>
            <a:pPr algn="ctr">
              <a:lnSpc>
                <a:spcPct val="90000"/>
              </a:lnSpc>
            </a:pPr>
            <a:r>
              <a:rPr lang="en-US" sz="3200" b="1" dirty="0">
                <a:latin typeface="Bookman Old Style"/>
              </a:rPr>
              <a:t>Problem:</a:t>
            </a:r>
            <a:br>
              <a:rPr lang="en-US" sz="3200" b="1" dirty="0">
                <a:latin typeface="Bookman Old Style"/>
              </a:rPr>
            </a:br>
            <a:br>
              <a:rPr lang="en-US" sz="3200" b="1" dirty="0">
                <a:latin typeface="Bookman Old Style"/>
              </a:rPr>
            </a:br>
            <a:r>
              <a:rPr lang="en-US" sz="2800" dirty="0">
                <a:latin typeface="Book Antiqua"/>
              </a:rPr>
              <a:t>Statement To develop an intelligent </a:t>
            </a:r>
            <a:r>
              <a:rPr lang="en-US" sz="2800" dirty="0" err="1">
                <a:latin typeface="Book Antiqua"/>
              </a:rPr>
              <a:t>systemthat</a:t>
            </a:r>
            <a:r>
              <a:rPr lang="en-US" sz="2800" dirty="0">
                <a:latin typeface="Book Antiqua"/>
              </a:rPr>
              <a:t> detects fraudulent financial transactions by identifying anomalies and unusual </a:t>
            </a:r>
            <a:r>
              <a:rPr lang="en-US" sz="2800" dirty="0" err="1">
                <a:latin typeface="Book Antiqua"/>
              </a:rPr>
              <a:t>patternsusing</a:t>
            </a:r>
            <a:r>
              <a:rPr lang="en-US" sz="2800" dirty="0">
                <a:latin typeface="Book Antiqua"/>
              </a:rPr>
              <a:t> machine learning techniques</a:t>
            </a:r>
          </a:p>
        </p:txBody>
      </p:sp>
      <p:sp>
        <p:nvSpPr>
          <p:cNvPr id="20" name="Rectangle 19">
            <a:extLst>
              <a:ext uri="{FF2B5EF4-FFF2-40B4-BE49-F238E27FC236}">
                <a16:creationId xmlns:a16="http://schemas.microsoft.com/office/drawing/2014/main" id="{416DC9EF-092A-4FEF-8A40-0E509CA79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6096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69D56AA8-F619-89AC-18D0-9219A4D97B0B}"/>
              </a:ext>
            </a:extLst>
          </p:cNvPr>
          <p:cNvSpPr>
            <a:spLocks noGrp="1"/>
          </p:cNvSpPr>
          <p:nvPr>
            <p:ph type="body" idx="1"/>
          </p:nvPr>
        </p:nvSpPr>
        <p:spPr>
          <a:xfrm>
            <a:off x="6304720" y="182592"/>
            <a:ext cx="5262269" cy="6508999"/>
          </a:xfrm>
        </p:spPr>
        <p:txBody>
          <a:bodyPr vert="horz" lIns="91440" tIns="45720" rIns="91440" bIns="45720" rtlCol="0" anchor="ctr">
            <a:normAutofit fontScale="85000" lnSpcReduction="10000"/>
          </a:bodyPr>
          <a:lstStyle/>
          <a:p>
            <a:r>
              <a:rPr lang="en-US" sz="3200" b="1" cap="all" dirty="0">
                <a:solidFill>
                  <a:srgbClr val="FFFFFF"/>
                </a:solidFill>
                <a:latin typeface="Bookman Old Style"/>
              </a:rPr>
              <a:t>Introduction:</a:t>
            </a:r>
            <a:endParaRPr lang="en-US" dirty="0">
              <a:solidFill>
                <a:srgbClr val="0F496F"/>
              </a:solidFill>
              <a:latin typeface="Century Gothic" panose="020B0502020202020204"/>
            </a:endParaRPr>
          </a:p>
          <a:p>
            <a:r>
              <a:rPr lang="en-US" sz="3200" cap="all" dirty="0">
                <a:solidFill>
                  <a:srgbClr val="FFFFFF"/>
                </a:solidFill>
                <a:latin typeface="Book Antiqua"/>
              </a:rPr>
              <a:t>With the rapid </a:t>
            </a:r>
            <a:r>
              <a:rPr lang="en-US" sz="3200" cap="all" dirty="0" err="1">
                <a:solidFill>
                  <a:srgbClr val="FFFFFF"/>
                </a:solidFill>
                <a:latin typeface="Book Antiqua"/>
              </a:rPr>
              <a:t>growthof</a:t>
            </a:r>
            <a:r>
              <a:rPr lang="en-US" sz="3200" cap="all" dirty="0">
                <a:solidFill>
                  <a:srgbClr val="FFFFFF"/>
                </a:solidFill>
                <a:latin typeface="Book Antiqua"/>
              </a:rPr>
              <a:t> online banking and </a:t>
            </a:r>
            <a:r>
              <a:rPr lang="en-US" sz="3200" cap="all" dirty="0" err="1">
                <a:solidFill>
                  <a:srgbClr val="FFFFFF"/>
                </a:solidFill>
                <a:latin typeface="Book Antiqua"/>
              </a:rPr>
              <a:t>digitalpayments</a:t>
            </a:r>
            <a:r>
              <a:rPr lang="en-US" sz="3200" cap="all" dirty="0">
                <a:solidFill>
                  <a:srgbClr val="FFFFFF"/>
                </a:solidFill>
                <a:latin typeface="Book Antiqua"/>
              </a:rPr>
              <a:t>, financial fraud </a:t>
            </a:r>
            <a:r>
              <a:rPr lang="en-US" sz="3200" cap="all" dirty="0" err="1">
                <a:solidFill>
                  <a:srgbClr val="FFFFFF"/>
                </a:solidFill>
                <a:latin typeface="Book Antiqua"/>
              </a:rPr>
              <a:t>isincreasing</a:t>
            </a:r>
            <a:r>
              <a:rPr lang="en-US" sz="3200" cap="all" dirty="0">
                <a:solidFill>
                  <a:srgbClr val="FFFFFF"/>
                </a:solidFill>
                <a:latin typeface="Book Antiqua"/>
              </a:rPr>
              <a:t>. Traditional </a:t>
            </a:r>
            <a:r>
              <a:rPr lang="en-US" sz="3200" cap="all" dirty="0" err="1">
                <a:solidFill>
                  <a:srgbClr val="FFFFFF"/>
                </a:solidFill>
                <a:latin typeface="Book Antiqua"/>
              </a:rPr>
              <a:t>frauddetection</a:t>
            </a:r>
            <a:r>
              <a:rPr lang="en-US" sz="3200" cap="all" dirty="0">
                <a:solidFill>
                  <a:srgbClr val="FFFFFF"/>
                </a:solidFill>
                <a:latin typeface="Book Antiqua"/>
              </a:rPr>
              <a:t> systems rely on fixed </a:t>
            </a:r>
            <a:r>
              <a:rPr lang="en-US" sz="3200" cap="all" dirty="0" err="1">
                <a:solidFill>
                  <a:srgbClr val="FFFFFF"/>
                </a:solidFill>
                <a:latin typeface="Book Antiqua"/>
              </a:rPr>
              <a:t>rulesand</a:t>
            </a:r>
            <a:r>
              <a:rPr lang="en-US" sz="3200" cap="all" dirty="0">
                <a:solidFill>
                  <a:srgbClr val="FFFFFF"/>
                </a:solidFill>
                <a:latin typeface="Book Antiqua"/>
              </a:rPr>
              <a:t> are unable to adapt to </a:t>
            </a:r>
            <a:r>
              <a:rPr lang="en-US" sz="3200" cap="all" dirty="0" err="1">
                <a:solidFill>
                  <a:srgbClr val="FFFFFF"/>
                </a:solidFill>
                <a:latin typeface="Book Antiqua"/>
              </a:rPr>
              <a:t>evolvingfraud</a:t>
            </a:r>
            <a:r>
              <a:rPr lang="en-US" sz="3200" cap="all" dirty="0">
                <a:solidFill>
                  <a:srgbClr val="FFFFFF"/>
                </a:solidFill>
                <a:latin typeface="Book Antiqua"/>
              </a:rPr>
              <a:t> patterns. Machine learning-based systems can learn </a:t>
            </a:r>
            <a:r>
              <a:rPr lang="en-US" sz="3200" cap="all" dirty="0" err="1">
                <a:solidFill>
                  <a:srgbClr val="FFFFFF"/>
                </a:solidFill>
                <a:latin typeface="Book Antiqua"/>
              </a:rPr>
              <a:t>fromhistorical</a:t>
            </a:r>
            <a:r>
              <a:rPr lang="en-US" sz="3200" cap="all" dirty="0">
                <a:solidFill>
                  <a:srgbClr val="FFFFFF"/>
                </a:solidFill>
                <a:latin typeface="Book Antiqua"/>
              </a:rPr>
              <a:t> data and </a:t>
            </a:r>
            <a:r>
              <a:rPr lang="en-US" sz="3200" cap="all" dirty="0" err="1">
                <a:solidFill>
                  <a:srgbClr val="FFFFFF"/>
                </a:solidFill>
                <a:latin typeface="Book Antiqua"/>
              </a:rPr>
              <a:t>improvedetection</a:t>
            </a:r>
            <a:r>
              <a:rPr lang="en-US" sz="3200" cap="all" dirty="0">
                <a:solidFill>
                  <a:srgbClr val="FFFFFF"/>
                </a:solidFill>
                <a:latin typeface="Book Antiqua"/>
              </a:rPr>
              <a:t> accuracy over time.</a:t>
            </a:r>
            <a:endParaRPr lang="en-US">
              <a:latin typeface="Book Antiqua"/>
            </a:endParaRPr>
          </a:p>
        </p:txBody>
      </p:sp>
    </p:spTree>
    <p:extLst>
      <p:ext uri="{BB962C8B-B14F-4D97-AF65-F5344CB8AC3E}">
        <p14:creationId xmlns:p14="http://schemas.microsoft.com/office/powerpoint/2010/main" val="3877066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8F1EF17D-1B70-428C-8A8A-A2C5B390E1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77" name="Straight Connector 76">
              <a:extLst>
                <a:ext uri="{FF2B5EF4-FFF2-40B4-BE49-F238E27FC236}">
                  <a16:creationId xmlns:a16="http://schemas.microsoft.com/office/drawing/2014/main" id="{12FAEDF3-CEC8-4BF6-8EA7-4079C47183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398DB8F4-CD77-4FCC-8544-ADE8B478C1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22202DFE-039D-48E4-8536-FA30F248947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81F05E26-510E-4164-83C7-28E4FE9D7E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632161A-50D4-4D96-887A-98FC92093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useBgFill="1">
        <p:nvSpPr>
          <p:cNvPr id="80" name="Rectangle 79">
            <a:extLst>
              <a:ext uri="{FF2B5EF4-FFF2-40B4-BE49-F238E27FC236}">
                <a16:creationId xmlns:a16="http://schemas.microsoft.com/office/drawing/2014/main" id="{E09CCB3F-DBCE-4964-9E34-8C5DE80EF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DCDC5C-D2AC-94AA-1B3B-0B3A288B120A}"/>
              </a:ext>
            </a:extLst>
          </p:cNvPr>
          <p:cNvSpPr>
            <a:spLocks noGrp="1"/>
          </p:cNvSpPr>
          <p:nvPr>
            <p:ph type="title"/>
          </p:nvPr>
        </p:nvSpPr>
        <p:spPr>
          <a:xfrm>
            <a:off x="7547087" y="2496"/>
            <a:ext cx="3849427" cy="797405"/>
          </a:xfrm>
        </p:spPr>
        <p:txBody>
          <a:bodyPr vert="horz" lIns="91440" tIns="45720" rIns="91440" bIns="45720" rtlCol="0" anchor="b">
            <a:normAutofit/>
          </a:bodyPr>
          <a:lstStyle/>
          <a:p>
            <a:r>
              <a:rPr lang="en-US" sz="3200" b="1">
                <a:latin typeface="Bookman Old Style"/>
              </a:rPr>
              <a:t>OBJECTIVES</a:t>
            </a:r>
          </a:p>
        </p:txBody>
      </p:sp>
      <p:sp>
        <p:nvSpPr>
          <p:cNvPr id="81" name="Snip Diagonal Corner Rectangle 24">
            <a:extLst>
              <a:ext uri="{FF2B5EF4-FFF2-40B4-BE49-F238E27FC236}">
                <a16:creationId xmlns:a16="http://schemas.microsoft.com/office/drawing/2014/main" id="{1DFF944F-74BA-483A-82C0-64E3AAF4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90" y="620722"/>
            <a:ext cx="6575496"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ED9DE6A5-0DB0-A0AB-AD40-2EDB152EBF68}"/>
              </a:ext>
            </a:extLst>
          </p:cNvPr>
          <p:cNvPicPr>
            <a:picLocks noChangeAspect="1"/>
          </p:cNvPicPr>
          <p:nvPr/>
        </p:nvPicPr>
        <p:blipFill>
          <a:blip r:embed="rId2"/>
          <a:srcRect l="17381" r="11736" b="1"/>
          <a:stretch>
            <a:fillRect/>
          </a:stretch>
        </p:blipFill>
        <p:spPr>
          <a:xfrm>
            <a:off x="778062" y="786117"/>
            <a:ext cx="6245352" cy="4956048"/>
          </a:xfrm>
          <a:custGeom>
            <a:avLst/>
            <a:gdLst/>
            <a:ahLst/>
            <a:cxnLst/>
            <a:rect l="l" t="t" r="r" b="b"/>
            <a:pathLst>
              <a:path w="6245352" h="4956048">
                <a:moveTo>
                  <a:pt x="534609" y="0"/>
                </a:moveTo>
                <a:lnTo>
                  <a:pt x="6245352" y="0"/>
                </a:lnTo>
                <a:lnTo>
                  <a:pt x="6245352" y="4421439"/>
                </a:lnTo>
                <a:lnTo>
                  <a:pt x="5710743" y="4956048"/>
                </a:lnTo>
                <a:lnTo>
                  <a:pt x="0" y="4956048"/>
                </a:lnTo>
                <a:lnTo>
                  <a:pt x="0" y="534609"/>
                </a:lnTo>
                <a:close/>
              </a:path>
            </a:pathLst>
          </a:custGeom>
        </p:spPr>
      </p:pic>
      <p:sp>
        <p:nvSpPr>
          <p:cNvPr id="3" name="Text Placeholder 2">
            <a:extLst>
              <a:ext uri="{FF2B5EF4-FFF2-40B4-BE49-F238E27FC236}">
                <a16:creationId xmlns:a16="http://schemas.microsoft.com/office/drawing/2014/main" id="{AC6E387C-3EC7-835C-6A99-C61617D3B06B}"/>
              </a:ext>
            </a:extLst>
          </p:cNvPr>
          <p:cNvSpPr>
            <a:spLocks noGrp="1"/>
          </p:cNvSpPr>
          <p:nvPr>
            <p:ph type="body" sz="half" idx="2"/>
          </p:nvPr>
        </p:nvSpPr>
        <p:spPr>
          <a:xfrm>
            <a:off x="7173276" y="1060450"/>
            <a:ext cx="4787758" cy="5643772"/>
          </a:xfrm>
        </p:spPr>
        <p:txBody>
          <a:bodyPr vert="horz" lIns="91440" tIns="45720" rIns="91440" bIns="45720" rtlCol="0" anchor="t">
            <a:normAutofit fontScale="92500"/>
          </a:bodyPr>
          <a:lstStyle/>
          <a:p>
            <a:pPr marL="0" indent="0">
              <a:lnSpc>
                <a:spcPct val="90000"/>
              </a:lnSpc>
              <a:buFont typeface="Wingdings 3" panose="05040102010807070707" pitchFamily="18" charset="2"/>
              <a:buChar char=""/>
            </a:pPr>
            <a:r>
              <a:rPr lang="en-US" sz="2400" b="1"/>
              <a:t>Objectives:</a:t>
            </a:r>
            <a:endParaRPr lang="en-US" sz="2400"/>
          </a:p>
          <a:p>
            <a:pPr>
              <a:lnSpc>
                <a:spcPct val="90000"/>
              </a:lnSpc>
              <a:buFont typeface="Wingdings 3" panose="05040102010807070707" pitchFamily="18" charset="2"/>
              <a:buChar char=""/>
            </a:pPr>
            <a:endParaRPr lang="en-US" sz="2400" b="1" dirty="0"/>
          </a:p>
          <a:p>
            <a:pPr>
              <a:lnSpc>
                <a:spcPct val="90000"/>
              </a:lnSpc>
              <a:buFont typeface="Wingdings 3" panose="05040102010807070707" pitchFamily="18" charset="2"/>
              <a:buChar char=""/>
            </a:pPr>
            <a:r>
              <a:rPr lang="en-US" sz="2400" b="1"/>
              <a:t> Detect fraudulent transactions accurately- Reduce false positives- Improve detection efficiency using AI models- Enable real-time fraud detection </a:t>
            </a:r>
            <a:endParaRPr lang="en-US" sz="2400" b="1" dirty="0"/>
          </a:p>
          <a:p>
            <a:pPr>
              <a:lnSpc>
                <a:spcPct val="90000"/>
              </a:lnSpc>
              <a:buFont typeface="Wingdings 3" panose="05040102010807070707" pitchFamily="18" charset="2"/>
              <a:buChar char=""/>
            </a:pPr>
            <a:endParaRPr lang="en-US" sz="2400" b="1" dirty="0"/>
          </a:p>
          <a:p>
            <a:pPr marL="0" indent="0">
              <a:lnSpc>
                <a:spcPct val="90000"/>
              </a:lnSpc>
              <a:buFont typeface="Wingdings 3" panose="05040102010807070707" pitchFamily="18" charset="2"/>
              <a:buChar char=""/>
            </a:pPr>
            <a:r>
              <a:rPr lang="en-US" sz="2400" b="1"/>
              <a:t>System Architecture:</a:t>
            </a:r>
            <a:endParaRPr lang="en-US" sz="2400" b="1" dirty="0"/>
          </a:p>
          <a:p>
            <a:pPr marL="0" indent="0">
              <a:lnSpc>
                <a:spcPct val="90000"/>
              </a:lnSpc>
              <a:buFont typeface="Wingdings 3" panose="05040102010807070707" pitchFamily="18" charset="2"/>
              <a:buChar char=""/>
            </a:pPr>
            <a:endParaRPr lang="en-US" sz="2400" b="1" dirty="0"/>
          </a:p>
          <a:p>
            <a:pPr>
              <a:lnSpc>
                <a:spcPct val="90000"/>
              </a:lnSpc>
              <a:buFont typeface="Wingdings 3" panose="05040102010807070707" pitchFamily="18" charset="2"/>
              <a:buChar char=""/>
            </a:pPr>
            <a:r>
              <a:rPr lang="en-US" sz="2400" b="1"/>
              <a:t> The system consists of data collection, preprocessing, feature scaling, machine learning model training, fraud prediction, and performance evaluation</a:t>
            </a:r>
            <a:endParaRPr lang="en-US" sz="1200" b="1"/>
          </a:p>
        </p:txBody>
      </p:sp>
      <p:grpSp>
        <p:nvGrpSpPr>
          <p:cNvPr id="82" name="Group 81">
            <a:extLst>
              <a:ext uri="{FF2B5EF4-FFF2-40B4-BE49-F238E27FC236}">
                <a16:creationId xmlns:a16="http://schemas.microsoft.com/office/drawing/2014/main" id="{A9733A91-F958-4629-801A-3F6F1E09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64" name="Straight Connector 63">
              <a:extLst>
                <a:ext uri="{FF2B5EF4-FFF2-40B4-BE49-F238E27FC236}">
                  <a16:creationId xmlns:a16="http://schemas.microsoft.com/office/drawing/2014/main" id="{F3812972-C68B-4C59-B3A7-4AF61E935D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B3F3B7C-7909-4486-AA08-5C6B625C3A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00BD7DA8-741F-4296-9363-05EF915411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2068EFC-20FC-456F-839F-4BCFFCAA819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3251C60F-B911-433E-BF75-3BBEFD0538C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39271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5353A8-4C0F-DDED-F506-1463769F2406}"/>
              </a:ext>
            </a:extLst>
          </p:cNvPr>
          <p:cNvSpPr>
            <a:spLocks noGrp="1"/>
          </p:cNvSpPr>
          <p:nvPr>
            <p:ph type="title"/>
          </p:nvPr>
        </p:nvSpPr>
        <p:spPr>
          <a:xfrm>
            <a:off x="4546886" y="685799"/>
            <a:ext cx="7077667" cy="4892676"/>
          </a:xfrm>
        </p:spPr>
        <p:txBody>
          <a:bodyPr vert="horz" lIns="91440" tIns="45720" rIns="91440" bIns="45720" rtlCol="0" anchor="ctr">
            <a:normAutofit/>
          </a:bodyPr>
          <a:lstStyle/>
          <a:p>
            <a:pPr>
              <a:lnSpc>
                <a:spcPct val="90000"/>
              </a:lnSpc>
            </a:pPr>
            <a:r>
              <a:rPr lang="en-US" sz="3000" b="1"/>
              <a:t>Transaction Data</a:t>
            </a:r>
          </a:p>
          <a:p>
            <a:pPr>
              <a:lnSpc>
                <a:spcPct val="90000"/>
              </a:lnSpc>
            </a:pPr>
            <a:r>
              <a:rPr lang="en-US" sz="3000" b="1"/>
              <a:t>      ↓</a:t>
            </a:r>
          </a:p>
          <a:p>
            <a:pPr>
              <a:lnSpc>
                <a:spcPct val="90000"/>
              </a:lnSpc>
            </a:pPr>
            <a:r>
              <a:rPr lang="en-US" sz="3000" b="1"/>
              <a:t>Data Preprocessing</a:t>
            </a:r>
          </a:p>
          <a:p>
            <a:pPr>
              <a:lnSpc>
                <a:spcPct val="90000"/>
              </a:lnSpc>
            </a:pPr>
            <a:r>
              <a:rPr lang="en-US" sz="3000" b="1"/>
              <a:t>      ↓</a:t>
            </a:r>
          </a:p>
          <a:p>
            <a:pPr>
              <a:lnSpc>
                <a:spcPct val="90000"/>
              </a:lnSpc>
            </a:pPr>
            <a:r>
              <a:rPr lang="en-US" sz="3000" b="1"/>
              <a:t>Feature Scaling</a:t>
            </a:r>
          </a:p>
          <a:p>
            <a:pPr>
              <a:lnSpc>
                <a:spcPct val="90000"/>
              </a:lnSpc>
            </a:pPr>
            <a:r>
              <a:rPr lang="en-US" sz="3000" b="1"/>
              <a:t>      ↓</a:t>
            </a:r>
          </a:p>
          <a:p>
            <a:pPr>
              <a:lnSpc>
                <a:spcPct val="90000"/>
              </a:lnSpc>
            </a:pPr>
            <a:r>
              <a:rPr lang="en-US" sz="3000" b="1"/>
              <a:t>Model Training</a:t>
            </a:r>
          </a:p>
          <a:p>
            <a:pPr>
              <a:lnSpc>
                <a:spcPct val="90000"/>
              </a:lnSpc>
            </a:pPr>
            <a:r>
              <a:rPr lang="en-US" sz="3000" b="1"/>
              <a:t>      ↓</a:t>
            </a:r>
          </a:p>
          <a:p>
            <a:pPr>
              <a:lnSpc>
                <a:spcPct val="90000"/>
              </a:lnSpc>
            </a:pPr>
            <a:r>
              <a:rPr lang="en-US" sz="3000" b="1"/>
              <a:t>Fraud Prediction</a:t>
            </a:r>
          </a:p>
          <a:p>
            <a:pPr>
              <a:lnSpc>
                <a:spcPct val="90000"/>
              </a:lnSpc>
            </a:pPr>
            <a:r>
              <a:rPr lang="en-US" sz="3000" b="1"/>
              <a:t>      ↓</a:t>
            </a:r>
          </a:p>
          <a:p>
            <a:pPr>
              <a:lnSpc>
                <a:spcPct val="90000"/>
              </a:lnSpc>
            </a:pPr>
            <a:r>
              <a:rPr lang="en-US" sz="3000" b="1"/>
              <a:t>Evaluation &amp; Alerts</a:t>
            </a:r>
          </a:p>
          <a:p>
            <a:pPr>
              <a:lnSpc>
                <a:spcPct val="90000"/>
              </a:lnSpc>
            </a:pPr>
            <a:endParaRPr lang="en-US" sz="3000" b="1"/>
          </a:p>
        </p:txBody>
      </p:sp>
      <p:cxnSp>
        <p:nvCxnSpPr>
          <p:cNvPr id="20" name="Straight Connector 19">
            <a:extLst>
              <a:ext uri="{FF2B5EF4-FFF2-40B4-BE49-F238E27FC236}">
                <a16:creationId xmlns:a16="http://schemas.microsoft.com/office/drawing/2014/main" id="{ABEC335A-D1CD-4687-AB54-7E9FEC72BC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532691"/>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2" name="Text Placeholder 2">
            <a:extLst>
              <a:ext uri="{FF2B5EF4-FFF2-40B4-BE49-F238E27FC236}">
                <a16:creationId xmlns:a16="http://schemas.microsoft.com/office/drawing/2014/main" id="{2539E07A-9952-FD89-36C3-26255B824FDB}"/>
              </a:ext>
            </a:extLst>
          </p:cNvPr>
          <p:cNvGraphicFramePr/>
          <p:nvPr/>
        </p:nvGraphicFramePr>
        <p:xfrm>
          <a:off x="-5901" y="685800"/>
          <a:ext cx="3737036" cy="4892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6690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51660-48B4-9676-2A71-3C23A76750EA}"/>
              </a:ext>
            </a:extLst>
          </p:cNvPr>
          <p:cNvSpPr>
            <a:spLocks noGrp="1"/>
          </p:cNvSpPr>
          <p:nvPr>
            <p:ph type="title"/>
          </p:nvPr>
        </p:nvSpPr>
        <p:spPr>
          <a:xfrm>
            <a:off x="3275012" y="-823823"/>
            <a:ext cx="3657600" cy="1371600"/>
          </a:xfrm>
        </p:spPr>
        <p:txBody>
          <a:bodyPr/>
          <a:lstStyle/>
          <a:p>
            <a:r>
              <a:rPr lang="en-US" b="1">
                <a:latin typeface="Bookman Old Style"/>
              </a:rPr>
              <a:t>PROGRAM :</a:t>
            </a:r>
          </a:p>
        </p:txBody>
      </p:sp>
      <p:sp>
        <p:nvSpPr>
          <p:cNvPr id="4" name="Content Placeholder 3">
            <a:extLst>
              <a:ext uri="{FF2B5EF4-FFF2-40B4-BE49-F238E27FC236}">
                <a16:creationId xmlns:a16="http://schemas.microsoft.com/office/drawing/2014/main" id="{F42F42CD-B3C1-5D97-E523-B3AE1CF8850D}"/>
              </a:ext>
            </a:extLst>
          </p:cNvPr>
          <p:cNvSpPr>
            <a:spLocks noGrp="1"/>
          </p:cNvSpPr>
          <p:nvPr>
            <p:ph idx="1"/>
          </p:nvPr>
        </p:nvSpPr>
        <p:spPr>
          <a:xfrm>
            <a:off x="8477" y="-4312"/>
            <a:ext cx="7079411" cy="6861353"/>
          </a:xfrm>
        </p:spPr>
        <p:txBody>
          <a:bodyPr vert="horz" lIns="91440" tIns="45720" rIns="91440" bIns="45720" rtlCol="0" anchor="ctr">
            <a:noAutofit/>
          </a:bodyPr>
          <a:lstStyle/>
          <a:p>
            <a:pPr marL="0" indent="0">
              <a:buNone/>
            </a:pPr>
            <a:r>
              <a:rPr lang="en-US" sz="1600" b="1">
                <a:latin typeface="Book Antiqua"/>
                <a:ea typeface="+mn-lt"/>
                <a:cs typeface="+mn-lt"/>
              </a:rPr>
              <a:t>      import pandas as pd</a:t>
            </a:r>
            <a:endParaRPr lang="en-US" sz="1600" b="1">
              <a:latin typeface="Book Antiqua"/>
            </a:endParaRPr>
          </a:p>
          <a:p>
            <a:pPr marL="0" indent="0">
              <a:buClr>
                <a:srgbClr val="FFFFFF"/>
              </a:buClr>
              <a:buNone/>
            </a:pPr>
            <a:r>
              <a:rPr lang="en-US" sz="1600" b="1">
                <a:latin typeface="Book Antiqua"/>
                <a:ea typeface="+mn-lt"/>
                <a:cs typeface="+mn-lt"/>
              </a:rPr>
              <a:t>      from sklearn.ensemble import RandomForestClassifier</a:t>
            </a:r>
          </a:p>
          <a:p>
            <a:pPr marL="0" indent="0">
              <a:buClr>
                <a:srgbClr val="FFFFFF"/>
              </a:buClr>
              <a:buNone/>
            </a:pPr>
            <a:r>
              <a:rPr lang="en-US" sz="1600" b="1">
                <a:latin typeface="Book Antiqua"/>
                <a:ea typeface="+mn-lt"/>
                <a:cs typeface="+mn-lt"/>
              </a:rPr>
              <a:t>      from sklearn.model_selection import train_test_split</a:t>
            </a:r>
            <a:endParaRPr lang="en-US" sz="1600" b="1">
              <a:latin typeface="Book Antiqua"/>
            </a:endParaRPr>
          </a:p>
          <a:p>
            <a:pPr marL="0" indent="0">
              <a:buClr>
                <a:srgbClr val="FFFFFF"/>
              </a:buClr>
              <a:buNone/>
            </a:pPr>
            <a:r>
              <a:rPr lang="en-US" sz="1600" b="1">
                <a:latin typeface="Book Antiqua"/>
                <a:ea typeface="+mn-lt"/>
                <a:cs typeface="+mn-lt"/>
              </a:rPr>
              <a:t>      print("Program Started...")</a:t>
            </a:r>
            <a:endParaRPr lang="en-US" sz="1600" b="1">
              <a:latin typeface="Book Antiqua"/>
            </a:endParaRPr>
          </a:p>
          <a:p>
            <a:pPr marL="0" indent="0">
              <a:buClr>
                <a:srgbClr val="FFFFFF"/>
              </a:buClr>
              <a:buNone/>
            </a:pPr>
            <a:r>
              <a:rPr lang="en-US" sz="1600" b="1">
                <a:latin typeface="Book Antiqua"/>
                <a:ea typeface="+mn-lt"/>
                <a:cs typeface="+mn-lt"/>
              </a:rPr>
              <a:t>      data = pd.DataFrame({</a:t>
            </a:r>
            <a:endParaRPr lang="en-US" sz="1600" b="1">
              <a:latin typeface="Book Antiqua"/>
            </a:endParaRPr>
          </a:p>
          <a:p>
            <a:pPr marL="0" indent="0">
              <a:buClr>
                <a:srgbClr val="FFFFFF"/>
              </a:buClr>
              <a:buNone/>
            </a:pPr>
            <a:r>
              <a:rPr lang="en-US" sz="1600" b="1">
                <a:latin typeface="Book Antiqua"/>
                <a:ea typeface="+mn-lt"/>
                <a:cs typeface="+mn-lt"/>
              </a:rPr>
              <a:t>         "Amount": [100, 250, 400, 50, 700],</a:t>
            </a:r>
            <a:endParaRPr lang="en-US" sz="1600" b="1">
              <a:latin typeface="Book Antiqua"/>
            </a:endParaRPr>
          </a:p>
          <a:p>
            <a:pPr marL="0" indent="0">
              <a:buClr>
                <a:srgbClr val="FFFFFF"/>
              </a:buClr>
              <a:buNone/>
            </a:pPr>
            <a:r>
              <a:rPr lang="en-US" sz="1600" b="1">
                <a:latin typeface="Book Antiqua"/>
                <a:ea typeface="+mn-lt"/>
                <a:cs typeface="+mn-lt"/>
              </a:rPr>
              <a:t>         "Time": [10, 20, 30, 40, 50],</a:t>
            </a:r>
            <a:endParaRPr lang="en-US" sz="1600" b="1">
              <a:latin typeface="Book Antiqua"/>
            </a:endParaRPr>
          </a:p>
          <a:p>
            <a:pPr marL="0" indent="0">
              <a:buClr>
                <a:srgbClr val="FFFFFF"/>
              </a:buClr>
              <a:buNone/>
            </a:pPr>
            <a:r>
              <a:rPr lang="en-US" sz="1600" b="1">
                <a:latin typeface="Book Antiqua"/>
                <a:ea typeface="+mn-lt"/>
                <a:cs typeface="+mn-lt"/>
              </a:rPr>
              <a:t>          "Class": [0, 0, 1, 0, 1]})</a:t>
            </a:r>
            <a:endParaRPr lang="en-US" sz="1600" b="1">
              <a:latin typeface="Book Antiqua"/>
            </a:endParaRPr>
          </a:p>
          <a:p>
            <a:pPr marL="0" indent="0">
              <a:buClr>
                <a:srgbClr val="FFFFFF"/>
              </a:buClr>
              <a:buNone/>
            </a:pPr>
            <a:r>
              <a:rPr lang="en-US" sz="1600" b="1">
                <a:latin typeface="Book Antiqua"/>
                <a:ea typeface="+mn-lt"/>
                <a:cs typeface="+mn-lt"/>
              </a:rPr>
              <a:t>     X = data.drop("Class", axis=1)</a:t>
            </a:r>
            <a:endParaRPr lang="en-US" sz="1600" b="1">
              <a:latin typeface="Book Antiqua"/>
            </a:endParaRPr>
          </a:p>
          <a:p>
            <a:pPr marL="0" indent="0">
              <a:buClr>
                <a:srgbClr val="FFFFFF"/>
              </a:buClr>
              <a:buNone/>
            </a:pPr>
            <a:r>
              <a:rPr lang="en-US" sz="1600" b="1">
                <a:latin typeface="Book Antiqua"/>
                <a:ea typeface="+mn-lt"/>
                <a:cs typeface="+mn-lt"/>
              </a:rPr>
              <a:t>      y = data["Class"]</a:t>
            </a:r>
            <a:endParaRPr lang="en-US" sz="1600" b="1">
              <a:latin typeface="Book Antiqua"/>
            </a:endParaRPr>
          </a:p>
          <a:p>
            <a:pPr marL="0" indent="0">
              <a:buClr>
                <a:srgbClr val="FFFFFF"/>
              </a:buClr>
              <a:buNone/>
            </a:pPr>
            <a:r>
              <a:rPr lang="en-US" sz="1600" b="1">
                <a:latin typeface="Book Antiqua"/>
                <a:ea typeface="+mn-lt"/>
                <a:cs typeface="+mn-lt"/>
              </a:rPr>
              <a:t>      X_train, X_test, y_train, y_test = train_test_split(X,y, test_size=0.2)</a:t>
            </a:r>
            <a:endParaRPr lang="en-US" sz="1600" b="1">
              <a:latin typeface="Book Antiqua"/>
            </a:endParaRPr>
          </a:p>
          <a:p>
            <a:pPr marL="0" indent="0">
              <a:buClr>
                <a:srgbClr val="FFFFFF"/>
              </a:buClr>
              <a:buNone/>
            </a:pPr>
            <a:r>
              <a:rPr lang="en-US" sz="1600" b="1">
                <a:latin typeface="Book Antiqua"/>
                <a:ea typeface="+mn-lt"/>
                <a:cs typeface="+mn-lt"/>
              </a:rPr>
              <a:t>      model = RandomForestClassifier()</a:t>
            </a:r>
            <a:endParaRPr lang="en-US" sz="1600" b="1">
              <a:latin typeface="Book Antiqua"/>
            </a:endParaRPr>
          </a:p>
          <a:p>
            <a:pPr marL="0" indent="0">
              <a:buClr>
                <a:srgbClr val="FFFFFF"/>
              </a:buClr>
              <a:buNone/>
            </a:pPr>
            <a:r>
              <a:rPr lang="en-US" sz="1600" b="1">
                <a:latin typeface="Book Antiqua"/>
                <a:ea typeface="+mn-lt"/>
                <a:cs typeface="+mn-lt"/>
              </a:rPr>
              <a:t>      model.fit(X_train, y_train)</a:t>
            </a:r>
            <a:endParaRPr lang="en-US" sz="1600" b="1">
              <a:latin typeface="Book Antiqua"/>
            </a:endParaRPr>
          </a:p>
          <a:p>
            <a:pPr marL="0" indent="0">
              <a:buClr>
                <a:srgbClr val="FFFFFF"/>
              </a:buClr>
              <a:buNone/>
            </a:pPr>
            <a:r>
              <a:rPr lang="en-US" sz="1600" b="1">
                <a:latin typeface="Book Antiqua"/>
                <a:ea typeface="+mn-lt"/>
                <a:cs typeface="+mn-lt"/>
              </a:rPr>
              <a:t>     print("Model Trained Successfully")</a:t>
            </a:r>
            <a:endParaRPr lang="en-US" sz="1600" b="1">
              <a:latin typeface="Book Antiqua"/>
            </a:endParaRPr>
          </a:p>
          <a:p>
            <a:pPr marL="0" indent="0">
              <a:buClr>
                <a:srgbClr val="FFFFFF"/>
              </a:buClr>
              <a:buNone/>
            </a:pPr>
            <a:r>
              <a:rPr lang="en-US" sz="1600" b="1">
                <a:latin typeface="Book Antiqua"/>
                <a:ea typeface="+mn-lt"/>
                <a:cs typeface="+mn-lt"/>
              </a:rPr>
              <a:t>      print("Prediction Output:", model.predict(X_test))</a:t>
            </a:r>
            <a:endParaRPr lang="en-US" sz="1600" b="1">
              <a:latin typeface="Book Antiqua"/>
            </a:endParaRPr>
          </a:p>
        </p:txBody>
      </p:sp>
      <p:sp>
        <p:nvSpPr>
          <p:cNvPr id="3" name="Text Placeholder 2">
            <a:extLst>
              <a:ext uri="{FF2B5EF4-FFF2-40B4-BE49-F238E27FC236}">
                <a16:creationId xmlns:a16="http://schemas.microsoft.com/office/drawing/2014/main" id="{78681AE5-93C3-ADD6-1D43-8665976989D3}"/>
              </a:ext>
            </a:extLst>
          </p:cNvPr>
          <p:cNvSpPr>
            <a:spLocks noGrp="1"/>
          </p:cNvSpPr>
          <p:nvPr>
            <p:ph type="body" sz="half" idx="2"/>
          </p:nvPr>
        </p:nvSpPr>
        <p:spPr>
          <a:xfrm>
            <a:off x="7085012" y="1490932"/>
            <a:ext cx="3657600" cy="4679190"/>
          </a:xfrm>
        </p:spPr>
        <p:txBody>
          <a:bodyPr>
            <a:normAutofit/>
          </a:bodyPr>
          <a:lstStyle/>
          <a:p>
            <a:r>
              <a:rPr lang="en-US" sz="2000" b="1">
                <a:latin typeface="Bookman Old Style"/>
              </a:rPr>
              <a:t>OUTPUT:</a:t>
            </a:r>
          </a:p>
          <a:p>
            <a:r>
              <a:rPr lang="en-US" sz="2000">
                <a:ea typeface="+mn-lt"/>
                <a:cs typeface="+mn-lt"/>
              </a:rPr>
              <a:t>Program Started...</a:t>
            </a:r>
            <a:endParaRPr lang="en-US"/>
          </a:p>
          <a:p>
            <a:r>
              <a:rPr lang="en-US" sz="2000">
                <a:ea typeface="+mn-lt"/>
                <a:cs typeface="+mn-lt"/>
              </a:rPr>
              <a:t>Model Trained Successfully</a:t>
            </a:r>
            <a:endParaRPr lang="en-US"/>
          </a:p>
          <a:p>
            <a:r>
              <a:rPr lang="en-US" sz="2000">
                <a:ea typeface="+mn-lt"/>
                <a:cs typeface="+mn-lt"/>
              </a:rPr>
              <a:t>Prediction Output: [0]</a:t>
            </a:r>
            <a:endParaRPr lang="en-US"/>
          </a:p>
          <a:p>
            <a:endParaRPr lang="en-US" sz="2000" b="1" dirty="0">
              <a:latin typeface="Bookman Old Style"/>
            </a:endParaRPr>
          </a:p>
        </p:txBody>
      </p:sp>
    </p:spTree>
    <p:extLst>
      <p:ext uri="{BB962C8B-B14F-4D97-AF65-F5344CB8AC3E}">
        <p14:creationId xmlns:p14="http://schemas.microsoft.com/office/powerpoint/2010/main" val="3334765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212F8F-D812-4A16-BE82-F3500DE32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nip Diagonal Corner Rectangle 24">
            <a:extLst>
              <a:ext uri="{FF2B5EF4-FFF2-40B4-BE49-F238E27FC236}">
                <a16:creationId xmlns:a16="http://schemas.microsoft.com/office/drawing/2014/main" id="{D2CF1D1B-04ED-443D-A9FE-68BF8859B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229" y="620722"/>
            <a:ext cx="10935543" cy="5286838"/>
          </a:xfrm>
          <a:prstGeom prst="snip2DiagRect">
            <a:avLst>
              <a:gd name="adj1" fmla="val 10787"/>
              <a:gd name="adj2" fmla="val 0"/>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ANK YOU | Thankful, Awesome, Thank you">
            <a:extLst>
              <a:ext uri="{FF2B5EF4-FFF2-40B4-BE49-F238E27FC236}">
                <a16:creationId xmlns:a16="http://schemas.microsoft.com/office/drawing/2014/main" id="{00FE7381-B5A1-43A6-3539-6C35CA8AAA56}"/>
              </a:ext>
            </a:extLst>
          </p:cNvPr>
          <p:cNvPicPr>
            <a:picLocks noChangeAspect="1"/>
          </p:cNvPicPr>
          <p:nvPr/>
        </p:nvPicPr>
        <p:blipFill>
          <a:blip r:embed="rId2"/>
          <a:stretch>
            <a:fillRect/>
          </a:stretch>
        </p:blipFill>
        <p:spPr>
          <a:xfrm>
            <a:off x="792480" y="1010145"/>
            <a:ext cx="10607040" cy="4507992"/>
          </a:xfrm>
          <a:custGeom>
            <a:avLst/>
            <a:gdLst/>
            <a:ahLst/>
            <a:cxnLst/>
            <a:rect l="l" t="t" r="r" b="b"/>
            <a:pathLst>
              <a:path w="10607040" h="4956048">
                <a:moveTo>
                  <a:pt x="497480" y="0"/>
                </a:moveTo>
                <a:lnTo>
                  <a:pt x="10607040" y="0"/>
                </a:lnTo>
                <a:lnTo>
                  <a:pt x="10607040" y="4485407"/>
                </a:lnTo>
                <a:lnTo>
                  <a:pt x="10131692" y="4956048"/>
                </a:lnTo>
                <a:lnTo>
                  <a:pt x="0" y="4956048"/>
                </a:lnTo>
                <a:lnTo>
                  <a:pt x="0" y="492554"/>
                </a:lnTo>
                <a:close/>
              </a:path>
            </a:pathLst>
          </a:custGeom>
        </p:spPr>
      </p:pic>
      <p:sp>
        <p:nvSpPr>
          <p:cNvPr id="3" name="Content Placeholder 2">
            <a:extLst>
              <a:ext uri="{FF2B5EF4-FFF2-40B4-BE49-F238E27FC236}">
                <a16:creationId xmlns:a16="http://schemas.microsoft.com/office/drawing/2014/main" id="{5B243A70-A67A-F973-8B08-AB8EB2579823}"/>
              </a:ext>
            </a:extLst>
          </p:cNvPr>
          <p:cNvSpPr>
            <a:spLocks noGrp="1"/>
          </p:cNvSpPr>
          <p:nvPr>
            <p:ph idx="4294967295"/>
          </p:nvPr>
        </p:nvSpPr>
        <p:spPr>
          <a:xfrm>
            <a:off x="0" y="685800"/>
            <a:ext cx="5943600" cy="5308600"/>
          </a:xfrm>
        </p:spPr>
        <p:txBody>
          <a:bodyPr/>
          <a:lstStyle/>
          <a:p>
            <a:pPr marL="0" indent="0" algn="ctr">
              <a:buNone/>
            </a:pPr>
            <a:endParaRPr lang="en-US" sz="9600" dirty="0">
              <a:solidFill>
                <a:srgbClr val="000000"/>
              </a:solidFill>
            </a:endParaRPr>
          </a:p>
          <a:p>
            <a:pPr>
              <a:buClr>
                <a:srgbClr val="FFFFFF"/>
              </a:buClr>
            </a:pPr>
            <a:endParaRPr lang="en-US" dirty="0"/>
          </a:p>
        </p:txBody>
      </p:sp>
    </p:spTree>
    <p:extLst>
      <p:ext uri="{BB962C8B-B14F-4D97-AF65-F5344CB8AC3E}">
        <p14:creationId xmlns:p14="http://schemas.microsoft.com/office/powerpoint/2010/main" val="2141310775"/>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Slice</vt:lpstr>
      <vt:lpstr>AI-Based Financial Fraud Detection Using Machine Learning</vt:lpstr>
      <vt:lpstr>PowerPoint Presentation</vt:lpstr>
      <vt:lpstr>Abstract:  Financial fraud has become a major concern in digital transactions. This project presents an AI-based fraud detection system using machine learning techniques to identify unusual patterns in financial transactions. The proposed system analyzes large volumes of data and detects fraudulent activities more efficiently than traditional rule-based systems.</vt:lpstr>
      <vt:lpstr>Problem:  Statement To develop an intelligent systemthat detects fraudulent financial transactions by identifying anomalies and unusual patternsusing machine learning techniques</vt:lpstr>
      <vt:lpstr>OBJECTIVES</vt:lpstr>
      <vt:lpstr>Transaction Data       ↓ Data Preprocessing       ↓ Feature Scaling       ↓ Model Training       ↓ Fraud Prediction       ↓ Evaluation &amp; Alerts </vt:lpstr>
      <vt:lpstr>PROGRAM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403</cp:revision>
  <dcterms:created xsi:type="dcterms:W3CDTF">2025-12-18T15:03:32Z</dcterms:created>
  <dcterms:modified xsi:type="dcterms:W3CDTF">2025-12-22T14:40:24Z</dcterms:modified>
</cp:coreProperties>
</file>